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66" r:id="rId2"/>
  </p:sldIdLst>
  <p:sldSz cx="7380288" cy="7740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6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2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3522" y="1266815"/>
            <a:ext cx="6273245" cy="2694893"/>
          </a:xfrm>
        </p:spPr>
        <p:txBody>
          <a:bodyPr anchor="b"/>
          <a:lstStyle>
            <a:lvl1pPr algn="ctr">
              <a:defRPr sz="48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536" y="4065633"/>
            <a:ext cx="5535216" cy="1868865"/>
          </a:xfrm>
        </p:spPr>
        <p:txBody>
          <a:bodyPr/>
          <a:lstStyle>
            <a:lvl1pPr marL="0" indent="0" algn="ctr">
              <a:buNone/>
              <a:defRPr sz="1937"/>
            </a:lvl1pPr>
            <a:lvl2pPr marL="369006" indent="0" algn="ctr">
              <a:buNone/>
              <a:defRPr sz="1614"/>
            </a:lvl2pPr>
            <a:lvl3pPr marL="738012" indent="0" algn="ctr">
              <a:buNone/>
              <a:defRPr sz="1453"/>
            </a:lvl3pPr>
            <a:lvl4pPr marL="1107018" indent="0" algn="ctr">
              <a:buNone/>
              <a:defRPr sz="1291"/>
            </a:lvl4pPr>
            <a:lvl5pPr marL="1476024" indent="0" algn="ctr">
              <a:buNone/>
              <a:defRPr sz="1291"/>
            </a:lvl5pPr>
            <a:lvl6pPr marL="1845031" indent="0" algn="ctr">
              <a:buNone/>
              <a:defRPr sz="1291"/>
            </a:lvl6pPr>
            <a:lvl7pPr marL="2214037" indent="0" algn="ctr">
              <a:buNone/>
              <a:defRPr sz="1291"/>
            </a:lvl7pPr>
            <a:lvl8pPr marL="2583043" indent="0" algn="ctr">
              <a:buNone/>
              <a:defRPr sz="1291"/>
            </a:lvl8pPr>
            <a:lvl9pPr marL="2952049" indent="0" algn="ctr">
              <a:buNone/>
              <a:defRPr sz="129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1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863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52" y="1929789"/>
            <a:ext cx="6365498" cy="3219895"/>
          </a:xfrm>
        </p:spPr>
        <p:txBody>
          <a:bodyPr anchor="b"/>
          <a:lstStyle>
            <a:lvl1pPr>
              <a:defRPr sz="48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552" y="5180145"/>
            <a:ext cx="6365498" cy="1693267"/>
          </a:xfrm>
        </p:spPr>
        <p:txBody>
          <a:bodyPr/>
          <a:lstStyle>
            <a:lvl1pPr marL="0" indent="0">
              <a:buNone/>
              <a:defRPr sz="1937">
                <a:solidFill>
                  <a:schemeClr val="tx1"/>
                </a:solidFill>
              </a:defRPr>
            </a:lvl1pPr>
            <a:lvl2pPr marL="369006" indent="0">
              <a:buNone/>
              <a:defRPr sz="1614">
                <a:solidFill>
                  <a:schemeClr val="tx1">
                    <a:tint val="75000"/>
                  </a:schemeClr>
                </a:solidFill>
              </a:defRPr>
            </a:lvl2pPr>
            <a:lvl3pPr marL="738012" indent="0">
              <a:buNone/>
              <a:defRPr sz="1453">
                <a:solidFill>
                  <a:schemeClr val="tx1">
                    <a:tint val="75000"/>
                  </a:schemeClr>
                </a:solidFill>
              </a:defRPr>
            </a:lvl3pPr>
            <a:lvl4pPr marL="1107018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4pPr>
            <a:lvl5pPr marL="1476024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5pPr>
            <a:lvl6pPr marL="1845031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6pPr>
            <a:lvl7pPr marL="2214037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7pPr>
            <a:lvl8pPr marL="2583043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8pPr>
            <a:lvl9pPr marL="2952049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395" y="2060590"/>
            <a:ext cx="3136622" cy="4911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6271" y="2060590"/>
            <a:ext cx="3136622" cy="4911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6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412120"/>
            <a:ext cx="6365498" cy="14961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357" y="1897535"/>
            <a:ext cx="3122207" cy="929953"/>
          </a:xfrm>
        </p:spPr>
        <p:txBody>
          <a:bodyPr anchor="b"/>
          <a:lstStyle>
            <a:lvl1pPr marL="0" indent="0">
              <a:buNone/>
              <a:defRPr sz="1937" b="1"/>
            </a:lvl1pPr>
            <a:lvl2pPr marL="369006" indent="0">
              <a:buNone/>
              <a:defRPr sz="1614" b="1"/>
            </a:lvl2pPr>
            <a:lvl3pPr marL="738012" indent="0">
              <a:buNone/>
              <a:defRPr sz="1453" b="1"/>
            </a:lvl3pPr>
            <a:lvl4pPr marL="1107018" indent="0">
              <a:buNone/>
              <a:defRPr sz="1291" b="1"/>
            </a:lvl4pPr>
            <a:lvl5pPr marL="1476024" indent="0">
              <a:buNone/>
              <a:defRPr sz="1291" b="1"/>
            </a:lvl5pPr>
            <a:lvl6pPr marL="1845031" indent="0">
              <a:buNone/>
              <a:defRPr sz="1291" b="1"/>
            </a:lvl6pPr>
            <a:lvl7pPr marL="2214037" indent="0">
              <a:buNone/>
              <a:defRPr sz="1291" b="1"/>
            </a:lvl7pPr>
            <a:lvl8pPr marL="2583043" indent="0">
              <a:buNone/>
              <a:defRPr sz="1291" b="1"/>
            </a:lvl8pPr>
            <a:lvl9pPr marL="2952049" indent="0">
              <a:buNone/>
              <a:defRPr sz="129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357" y="2827487"/>
            <a:ext cx="3122207" cy="41588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6271" y="1897535"/>
            <a:ext cx="3137584" cy="929953"/>
          </a:xfrm>
        </p:spPr>
        <p:txBody>
          <a:bodyPr anchor="b"/>
          <a:lstStyle>
            <a:lvl1pPr marL="0" indent="0">
              <a:buNone/>
              <a:defRPr sz="1937" b="1"/>
            </a:lvl1pPr>
            <a:lvl2pPr marL="369006" indent="0">
              <a:buNone/>
              <a:defRPr sz="1614" b="1"/>
            </a:lvl2pPr>
            <a:lvl3pPr marL="738012" indent="0">
              <a:buNone/>
              <a:defRPr sz="1453" b="1"/>
            </a:lvl3pPr>
            <a:lvl4pPr marL="1107018" indent="0">
              <a:buNone/>
              <a:defRPr sz="1291" b="1"/>
            </a:lvl4pPr>
            <a:lvl5pPr marL="1476024" indent="0">
              <a:buNone/>
              <a:defRPr sz="1291" b="1"/>
            </a:lvl5pPr>
            <a:lvl6pPr marL="1845031" indent="0">
              <a:buNone/>
              <a:defRPr sz="1291" b="1"/>
            </a:lvl6pPr>
            <a:lvl7pPr marL="2214037" indent="0">
              <a:buNone/>
              <a:defRPr sz="1291" b="1"/>
            </a:lvl7pPr>
            <a:lvl8pPr marL="2583043" indent="0">
              <a:buNone/>
              <a:defRPr sz="1291" b="1"/>
            </a:lvl8pPr>
            <a:lvl9pPr marL="2952049" indent="0">
              <a:buNone/>
              <a:defRPr sz="129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6271" y="2827487"/>
            <a:ext cx="3137584" cy="41588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66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77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04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516043"/>
            <a:ext cx="2380335" cy="1806152"/>
          </a:xfrm>
        </p:spPr>
        <p:txBody>
          <a:bodyPr anchor="b"/>
          <a:lstStyle>
            <a:lvl1pPr>
              <a:defRPr sz="2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7584" y="1114512"/>
            <a:ext cx="3736271" cy="5500879"/>
          </a:xfrm>
        </p:spPr>
        <p:txBody>
          <a:bodyPr/>
          <a:lstStyle>
            <a:lvl1pPr>
              <a:defRPr sz="2583"/>
            </a:lvl1pPr>
            <a:lvl2pPr>
              <a:defRPr sz="2260"/>
            </a:lvl2pPr>
            <a:lvl3pPr>
              <a:defRPr sz="1937"/>
            </a:lvl3pPr>
            <a:lvl4pPr>
              <a:defRPr sz="1614"/>
            </a:lvl4pPr>
            <a:lvl5pPr>
              <a:defRPr sz="1614"/>
            </a:lvl5pPr>
            <a:lvl6pPr>
              <a:defRPr sz="1614"/>
            </a:lvl6pPr>
            <a:lvl7pPr>
              <a:defRPr sz="1614"/>
            </a:lvl7pPr>
            <a:lvl8pPr>
              <a:defRPr sz="1614"/>
            </a:lvl8pPr>
            <a:lvl9pPr>
              <a:defRPr sz="1614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2322195"/>
            <a:ext cx="2380335" cy="4302153"/>
          </a:xfrm>
        </p:spPr>
        <p:txBody>
          <a:bodyPr/>
          <a:lstStyle>
            <a:lvl1pPr marL="0" indent="0">
              <a:buNone/>
              <a:defRPr sz="1291"/>
            </a:lvl1pPr>
            <a:lvl2pPr marL="369006" indent="0">
              <a:buNone/>
              <a:defRPr sz="1130"/>
            </a:lvl2pPr>
            <a:lvl3pPr marL="738012" indent="0">
              <a:buNone/>
              <a:defRPr sz="969"/>
            </a:lvl3pPr>
            <a:lvl4pPr marL="1107018" indent="0">
              <a:buNone/>
              <a:defRPr sz="807"/>
            </a:lvl4pPr>
            <a:lvl5pPr marL="1476024" indent="0">
              <a:buNone/>
              <a:defRPr sz="807"/>
            </a:lvl5pPr>
            <a:lvl6pPr marL="1845031" indent="0">
              <a:buNone/>
              <a:defRPr sz="807"/>
            </a:lvl6pPr>
            <a:lvl7pPr marL="2214037" indent="0">
              <a:buNone/>
              <a:defRPr sz="807"/>
            </a:lvl7pPr>
            <a:lvl8pPr marL="2583043" indent="0">
              <a:buNone/>
              <a:defRPr sz="807"/>
            </a:lvl8pPr>
            <a:lvl9pPr marL="2952049" indent="0">
              <a:buNone/>
              <a:defRPr sz="80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51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516043"/>
            <a:ext cx="2380335" cy="1806152"/>
          </a:xfrm>
        </p:spPr>
        <p:txBody>
          <a:bodyPr anchor="b"/>
          <a:lstStyle>
            <a:lvl1pPr>
              <a:defRPr sz="2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7584" y="1114512"/>
            <a:ext cx="3736271" cy="5500879"/>
          </a:xfrm>
        </p:spPr>
        <p:txBody>
          <a:bodyPr anchor="t"/>
          <a:lstStyle>
            <a:lvl1pPr marL="0" indent="0">
              <a:buNone/>
              <a:defRPr sz="2583"/>
            </a:lvl1pPr>
            <a:lvl2pPr marL="369006" indent="0">
              <a:buNone/>
              <a:defRPr sz="2260"/>
            </a:lvl2pPr>
            <a:lvl3pPr marL="738012" indent="0">
              <a:buNone/>
              <a:defRPr sz="1937"/>
            </a:lvl3pPr>
            <a:lvl4pPr marL="1107018" indent="0">
              <a:buNone/>
              <a:defRPr sz="1614"/>
            </a:lvl4pPr>
            <a:lvl5pPr marL="1476024" indent="0">
              <a:buNone/>
              <a:defRPr sz="1614"/>
            </a:lvl5pPr>
            <a:lvl6pPr marL="1845031" indent="0">
              <a:buNone/>
              <a:defRPr sz="1614"/>
            </a:lvl6pPr>
            <a:lvl7pPr marL="2214037" indent="0">
              <a:buNone/>
              <a:defRPr sz="1614"/>
            </a:lvl7pPr>
            <a:lvl8pPr marL="2583043" indent="0">
              <a:buNone/>
              <a:defRPr sz="1614"/>
            </a:lvl8pPr>
            <a:lvl9pPr marL="2952049" indent="0">
              <a:buNone/>
              <a:defRPr sz="161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2322195"/>
            <a:ext cx="2380335" cy="4302153"/>
          </a:xfrm>
        </p:spPr>
        <p:txBody>
          <a:bodyPr/>
          <a:lstStyle>
            <a:lvl1pPr marL="0" indent="0">
              <a:buNone/>
              <a:defRPr sz="1291"/>
            </a:lvl1pPr>
            <a:lvl2pPr marL="369006" indent="0">
              <a:buNone/>
              <a:defRPr sz="1130"/>
            </a:lvl2pPr>
            <a:lvl3pPr marL="738012" indent="0">
              <a:buNone/>
              <a:defRPr sz="969"/>
            </a:lvl3pPr>
            <a:lvl4pPr marL="1107018" indent="0">
              <a:buNone/>
              <a:defRPr sz="807"/>
            </a:lvl4pPr>
            <a:lvl5pPr marL="1476024" indent="0">
              <a:buNone/>
              <a:defRPr sz="807"/>
            </a:lvl5pPr>
            <a:lvl6pPr marL="1845031" indent="0">
              <a:buNone/>
              <a:defRPr sz="807"/>
            </a:lvl6pPr>
            <a:lvl7pPr marL="2214037" indent="0">
              <a:buNone/>
              <a:defRPr sz="807"/>
            </a:lvl7pPr>
            <a:lvl8pPr marL="2583043" indent="0">
              <a:buNone/>
              <a:defRPr sz="807"/>
            </a:lvl8pPr>
            <a:lvl9pPr marL="2952049" indent="0">
              <a:buNone/>
              <a:defRPr sz="80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1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71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81519" y="412118"/>
            <a:ext cx="1591375" cy="65598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7395" y="412118"/>
            <a:ext cx="4681870" cy="65598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395" y="412120"/>
            <a:ext cx="6365498" cy="1496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395" y="2060590"/>
            <a:ext cx="6365498" cy="4911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395" y="7174437"/>
            <a:ext cx="1660565" cy="41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4721" y="7174437"/>
            <a:ext cx="2490847" cy="41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12328" y="7174437"/>
            <a:ext cx="1660565" cy="41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738012" rtl="0" eaLnBrk="1" latinLnBrk="0" hangingPunct="1">
        <a:lnSpc>
          <a:spcPct val="90000"/>
        </a:lnSpc>
        <a:spcBef>
          <a:spcPct val="0"/>
        </a:spcBef>
        <a:buNone/>
        <a:defRPr sz="3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503" indent="-184503" algn="l" defTabSz="738012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2260" kern="1200">
          <a:solidFill>
            <a:schemeClr val="tx1"/>
          </a:solidFill>
          <a:latin typeface="+mn-lt"/>
          <a:ea typeface="+mn-ea"/>
          <a:cs typeface="+mn-cs"/>
        </a:defRPr>
      </a:lvl1pPr>
      <a:lvl2pPr marL="553509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2pPr>
      <a:lvl3pPr marL="922515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614" kern="1200">
          <a:solidFill>
            <a:schemeClr val="tx1"/>
          </a:solidFill>
          <a:latin typeface="+mn-lt"/>
          <a:ea typeface="+mn-ea"/>
          <a:cs typeface="+mn-cs"/>
        </a:defRPr>
      </a:lvl3pPr>
      <a:lvl4pPr marL="1291521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4pPr>
      <a:lvl5pPr marL="1660528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5pPr>
      <a:lvl6pPr marL="2029534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6pPr>
      <a:lvl7pPr marL="2398540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7pPr>
      <a:lvl8pPr marL="2767546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8pPr>
      <a:lvl9pPr marL="3136552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1pPr>
      <a:lvl2pPr marL="369006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2pPr>
      <a:lvl3pPr marL="738012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3pPr>
      <a:lvl4pPr marL="1107018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4pPr>
      <a:lvl5pPr marL="1476024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5pPr>
      <a:lvl6pPr marL="1845031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6pPr>
      <a:lvl7pPr marL="2214037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7pPr>
      <a:lvl8pPr marL="2583043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8pPr>
      <a:lvl9pPr marL="2952049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3634CD13-48DC-490E-AABB-04585F0A79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" t="3409" r="53989" b="3063"/>
          <a:stretch/>
        </p:blipFill>
        <p:spPr>
          <a:xfrm>
            <a:off x="537709" y="115330"/>
            <a:ext cx="6836519" cy="67052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D76E9A7-30CB-4990-9C3B-DC2C64B91669}"/>
                  </a:ext>
                </a:extLst>
              </p:cNvPr>
              <p:cNvSpPr txBox="1"/>
              <p:nvPr/>
            </p:nvSpPr>
            <p:spPr>
              <a:xfrm>
                <a:off x="1646157" y="6726251"/>
                <a:ext cx="457772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 relative angle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[deg]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D76E9A7-30CB-4990-9C3B-DC2C64B91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157" y="6726251"/>
                <a:ext cx="4577728" cy="584775"/>
              </a:xfrm>
              <a:prstGeom prst="rect">
                <a:avLst/>
              </a:prstGeom>
              <a:blipFill>
                <a:blip r:embed="rId3"/>
                <a:stretch>
                  <a:fillRect l="-3329" t="-14583" r="-2663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274BFAA2-C501-4625-8BA5-DAED042BA53C}"/>
              </a:ext>
            </a:extLst>
          </p:cNvPr>
          <p:cNvSpPr/>
          <p:nvPr/>
        </p:nvSpPr>
        <p:spPr>
          <a:xfrm>
            <a:off x="450774" y="-21292"/>
            <a:ext cx="421786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6E6480-987A-48A7-8C94-3568F4BBF888}"/>
              </a:ext>
            </a:extLst>
          </p:cNvPr>
          <p:cNvSpPr txBox="1"/>
          <p:nvPr/>
        </p:nvSpPr>
        <p:spPr>
          <a:xfrm>
            <a:off x="3522584" y="7170960"/>
            <a:ext cx="6399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9C195B-A333-453D-AB8F-6CF5729A31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67"/>
          <a:stretch/>
        </p:blipFill>
        <p:spPr>
          <a:xfrm>
            <a:off x="472510" y="756338"/>
            <a:ext cx="393666" cy="597890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6B3DF00-B12B-4E48-85D6-96E7104C1F13}"/>
              </a:ext>
            </a:extLst>
          </p:cNvPr>
          <p:cNvSpPr/>
          <p:nvPr/>
        </p:nvSpPr>
        <p:spPr>
          <a:xfrm>
            <a:off x="7034117" y="6578680"/>
            <a:ext cx="421786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0FD6F3-D52E-4760-9A68-B5F4D9F1E16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51" t="6490" b="1"/>
          <a:stretch/>
        </p:blipFill>
        <p:spPr>
          <a:xfrm>
            <a:off x="833376" y="6609274"/>
            <a:ext cx="5913413" cy="2625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9D957E-E950-47F7-A256-7E5BD03C59C1}"/>
                  </a:ext>
                </a:extLst>
              </p:cNvPr>
              <p:cNvSpPr txBox="1"/>
              <p:nvPr/>
            </p:nvSpPr>
            <p:spPr>
              <a:xfrm rot="16200000">
                <a:off x="-2527817" y="2862380"/>
                <a:ext cx="5465792" cy="605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Estimated relative angle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[deg]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9D957E-E950-47F7-A256-7E5BD03C5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527817" y="2862380"/>
                <a:ext cx="5465792" cy="605550"/>
              </a:xfrm>
              <a:prstGeom prst="rect">
                <a:avLst/>
              </a:prstGeom>
              <a:blipFill>
                <a:blip r:embed="rId6"/>
                <a:stretch>
                  <a:fillRect l="-10101" t="-2007" r="-32323" b="-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541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</TotalTime>
  <Words>17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49</cp:revision>
  <dcterms:created xsi:type="dcterms:W3CDTF">2024-05-28T14:05:53Z</dcterms:created>
  <dcterms:modified xsi:type="dcterms:W3CDTF">2024-07-28T17:13:53Z</dcterms:modified>
</cp:coreProperties>
</file>