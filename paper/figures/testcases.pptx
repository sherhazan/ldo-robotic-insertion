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9" r:id="rId2"/>
  </p:sldIdLst>
  <p:sldSz cx="7380288" cy="1655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60"/>
  </p:normalViewPr>
  <p:slideViewPr>
    <p:cSldViewPr snapToGrid="0">
      <p:cViewPr>
        <p:scale>
          <a:sx n="150" d="100"/>
          <a:sy n="150" d="100"/>
        </p:scale>
        <p:origin x="1188" y="1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2536" y="270978"/>
            <a:ext cx="5535216" cy="576451"/>
          </a:xfrm>
        </p:spPr>
        <p:txBody>
          <a:bodyPr anchor="b"/>
          <a:lstStyle>
            <a:lvl1pPr algn="ctr">
              <a:defRPr sz="14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869659"/>
            <a:ext cx="5535216" cy="399759"/>
          </a:xfrm>
        </p:spPr>
        <p:txBody>
          <a:bodyPr/>
          <a:lstStyle>
            <a:lvl1pPr marL="0" indent="0" algn="ctr">
              <a:buNone/>
              <a:defRPr sz="579"/>
            </a:lvl1pPr>
            <a:lvl2pPr marL="110368" indent="0" algn="ctr">
              <a:buNone/>
              <a:defRPr sz="483"/>
            </a:lvl2pPr>
            <a:lvl3pPr marL="220736" indent="0" algn="ctr">
              <a:buNone/>
              <a:defRPr sz="435"/>
            </a:lvl3pPr>
            <a:lvl4pPr marL="331104" indent="0" algn="ctr">
              <a:buNone/>
              <a:defRPr sz="386"/>
            </a:lvl4pPr>
            <a:lvl5pPr marL="441472" indent="0" algn="ctr">
              <a:buNone/>
              <a:defRPr sz="386"/>
            </a:lvl5pPr>
            <a:lvl6pPr marL="551840" indent="0" algn="ctr">
              <a:buNone/>
              <a:defRPr sz="386"/>
            </a:lvl6pPr>
            <a:lvl7pPr marL="662208" indent="0" algn="ctr">
              <a:buNone/>
              <a:defRPr sz="386"/>
            </a:lvl7pPr>
            <a:lvl8pPr marL="772577" indent="0" algn="ctr">
              <a:buNone/>
              <a:defRPr sz="386"/>
            </a:lvl8pPr>
            <a:lvl9pPr marL="882945" indent="0" algn="ctr">
              <a:buNone/>
              <a:defRPr sz="38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4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1" y="412791"/>
            <a:ext cx="6365498" cy="688751"/>
          </a:xfrm>
        </p:spPr>
        <p:txBody>
          <a:bodyPr anchor="b"/>
          <a:lstStyle>
            <a:lvl1pPr>
              <a:defRPr sz="14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1" y="1108058"/>
            <a:ext cx="6365498" cy="362198"/>
          </a:xfrm>
        </p:spPr>
        <p:txBody>
          <a:bodyPr/>
          <a:lstStyle>
            <a:lvl1pPr marL="0" indent="0">
              <a:buNone/>
              <a:defRPr sz="579">
                <a:solidFill>
                  <a:schemeClr val="tx1">
                    <a:tint val="75000"/>
                  </a:schemeClr>
                </a:solidFill>
              </a:defRPr>
            </a:lvl1pPr>
            <a:lvl2pPr marL="110368" indent="0">
              <a:buNone/>
              <a:defRPr sz="483">
                <a:solidFill>
                  <a:schemeClr val="tx1">
                    <a:tint val="75000"/>
                  </a:schemeClr>
                </a:solidFill>
              </a:defRPr>
            </a:lvl2pPr>
            <a:lvl3pPr marL="220736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3pPr>
            <a:lvl4pPr marL="331104" indent="0">
              <a:buNone/>
              <a:defRPr sz="386">
                <a:solidFill>
                  <a:schemeClr val="tx1">
                    <a:tint val="75000"/>
                  </a:schemeClr>
                </a:solidFill>
              </a:defRPr>
            </a:lvl4pPr>
            <a:lvl5pPr marL="441472" indent="0">
              <a:buNone/>
              <a:defRPr sz="386">
                <a:solidFill>
                  <a:schemeClr val="tx1">
                    <a:tint val="75000"/>
                  </a:schemeClr>
                </a:solidFill>
              </a:defRPr>
            </a:lvl5pPr>
            <a:lvl6pPr marL="551840" indent="0">
              <a:buNone/>
              <a:defRPr sz="386">
                <a:solidFill>
                  <a:schemeClr val="tx1">
                    <a:tint val="75000"/>
                  </a:schemeClr>
                </a:solidFill>
              </a:defRPr>
            </a:lvl6pPr>
            <a:lvl7pPr marL="662208" indent="0">
              <a:buNone/>
              <a:defRPr sz="386">
                <a:solidFill>
                  <a:schemeClr val="tx1">
                    <a:tint val="75000"/>
                  </a:schemeClr>
                </a:solidFill>
              </a:defRPr>
            </a:lvl7pPr>
            <a:lvl8pPr marL="772577" indent="0">
              <a:buNone/>
              <a:defRPr sz="386">
                <a:solidFill>
                  <a:schemeClr val="tx1">
                    <a:tint val="75000"/>
                  </a:schemeClr>
                </a:solidFill>
              </a:defRPr>
            </a:lvl8pPr>
            <a:lvl9pPr marL="882945" indent="0">
              <a:buNone/>
              <a:defRPr sz="38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2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440770"/>
            <a:ext cx="3136622" cy="10505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440770"/>
            <a:ext cx="3136622" cy="10505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7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88154"/>
            <a:ext cx="6365498" cy="3200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405892"/>
            <a:ext cx="3122207" cy="198921"/>
          </a:xfrm>
        </p:spPr>
        <p:txBody>
          <a:bodyPr anchor="b"/>
          <a:lstStyle>
            <a:lvl1pPr marL="0" indent="0">
              <a:buNone/>
              <a:defRPr sz="579" b="1"/>
            </a:lvl1pPr>
            <a:lvl2pPr marL="110368" indent="0">
              <a:buNone/>
              <a:defRPr sz="483" b="1"/>
            </a:lvl2pPr>
            <a:lvl3pPr marL="220736" indent="0">
              <a:buNone/>
              <a:defRPr sz="435" b="1"/>
            </a:lvl3pPr>
            <a:lvl4pPr marL="331104" indent="0">
              <a:buNone/>
              <a:defRPr sz="386" b="1"/>
            </a:lvl4pPr>
            <a:lvl5pPr marL="441472" indent="0">
              <a:buNone/>
              <a:defRPr sz="386" b="1"/>
            </a:lvl5pPr>
            <a:lvl6pPr marL="551840" indent="0">
              <a:buNone/>
              <a:defRPr sz="386" b="1"/>
            </a:lvl6pPr>
            <a:lvl7pPr marL="662208" indent="0">
              <a:buNone/>
              <a:defRPr sz="386" b="1"/>
            </a:lvl7pPr>
            <a:lvl8pPr marL="772577" indent="0">
              <a:buNone/>
              <a:defRPr sz="386" b="1"/>
            </a:lvl8pPr>
            <a:lvl9pPr marL="882945" indent="0">
              <a:buNone/>
              <a:defRPr sz="38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604814"/>
            <a:ext cx="3122207" cy="8895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405892"/>
            <a:ext cx="3137584" cy="198921"/>
          </a:xfrm>
        </p:spPr>
        <p:txBody>
          <a:bodyPr anchor="b"/>
          <a:lstStyle>
            <a:lvl1pPr marL="0" indent="0">
              <a:buNone/>
              <a:defRPr sz="579" b="1"/>
            </a:lvl1pPr>
            <a:lvl2pPr marL="110368" indent="0">
              <a:buNone/>
              <a:defRPr sz="483" b="1"/>
            </a:lvl2pPr>
            <a:lvl3pPr marL="220736" indent="0">
              <a:buNone/>
              <a:defRPr sz="435" b="1"/>
            </a:lvl3pPr>
            <a:lvl4pPr marL="331104" indent="0">
              <a:buNone/>
              <a:defRPr sz="386" b="1"/>
            </a:lvl4pPr>
            <a:lvl5pPr marL="441472" indent="0">
              <a:buNone/>
              <a:defRPr sz="386" b="1"/>
            </a:lvl5pPr>
            <a:lvl6pPr marL="551840" indent="0">
              <a:buNone/>
              <a:defRPr sz="386" b="1"/>
            </a:lvl6pPr>
            <a:lvl7pPr marL="662208" indent="0">
              <a:buNone/>
              <a:defRPr sz="386" b="1"/>
            </a:lvl7pPr>
            <a:lvl8pPr marL="772577" indent="0">
              <a:buNone/>
              <a:defRPr sz="386" b="1"/>
            </a:lvl8pPr>
            <a:lvl9pPr marL="882945" indent="0">
              <a:buNone/>
              <a:defRPr sz="38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604814"/>
            <a:ext cx="3137584" cy="8895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9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09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03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110384"/>
            <a:ext cx="2380335" cy="386345"/>
          </a:xfrm>
        </p:spPr>
        <p:txBody>
          <a:bodyPr anchor="b"/>
          <a:lstStyle>
            <a:lvl1pPr>
              <a:defRPr sz="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238399"/>
            <a:ext cx="3736271" cy="1176665"/>
          </a:xfrm>
        </p:spPr>
        <p:txBody>
          <a:bodyPr/>
          <a:lstStyle>
            <a:lvl1pPr>
              <a:defRPr sz="772"/>
            </a:lvl1pPr>
            <a:lvl2pPr>
              <a:defRPr sz="676"/>
            </a:lvl2pPr>
            <a:lvl3pPr>
              <a:defRPr sz="579"/>
            </a:lvl3pPr>
            <a:lvl4pPr>
              <a:defRPr sz="483"/>
            </a:lvl4pPr>
            <a:lvl5pPr>
              <a:defRPr sz="483"/>
            </a:lvl5pPr>
            <a:lvl6pPr>
              <a:defRPr sz="483"/>
            </a:lvl6pPr>
            <a:lvl7pPr>
              <a:defRPr sz="483"/>
            </a:lvl7pPr>
            <a:lvl8pPr>
              <a:defRPr sz="483"/>
            </a:lvl8pPr>
            <a:lvl9pPr>
              <a:defRPr sz="48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496729"/>
            <a:ext cx="2380335" cy="920252"/>
          </a:xfrm>
        </p:spPr>
        <p:txBody>
          <a:bodyPr/>
          <a:lstStyle>
            <a:lvl1pPr marL="0" indent="0">
              <a:buNone/>
              <a:defRPr sz="386"/>
            </a:lvl1pPr>
            <a:lvl2pPr marL="110368" indent="0">
              <a:buNone/>
              <a:defRPr sz="338"/>
            </a:lvl2pPr>
            <a:lvl3pPr marL="220736" indent="0">
              <a:buNone/>
              <a:defRPr sz="290"/>
            </a:lvl3pPr>
            <a:lvl4pPr marL="331104" indent="0">
              <a:buNone/>
              <a:defRPr sz="241"/>
            </a:lvl4pPr>
            <a:lvl5pPr marL="441472" indent="0">
              <a:buNone/>
              <a:defRPr sz="241"/>
            </a:lvl5pPr>
            <a:lvl6pPr marL="551840" indent="0">
              <a:buNone/>
              <a:defRPr sz="241"/>
            </a:lvl6pPr>
            <a:lvl7pPr marL="662208" indent="0">
              <a:buNone/>
              <a:defRPr sz="241"/>
            </a:lvl7pPr>
            <a:lvl8pPr marL="772577" indent="0">
              <a:buNone/>
              <a:defRPr sz="241"/>
            </a:lvl8pPr>
            <a:lvl9pPr marL="882945" indent="0">
              <a:buNone/>
              <a:defRPr sz="24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9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110384"/>
            <a:ext cx="2380335" cy="386345"/>
          </a:xfrm>
        </p:spPr>
        <p:txBody>
          <a:bodyPr anchor="b"/>
          <a:lstStyle>
            <a:lvl1pPr>
              <a:defRPr sz="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238399"/>
            <a:ext cx="3736271" cy="1176665"/>
          </a:xfrm>
        </p:spPr>
        <p:txBody>
          <a:bodyPr anchor="t"/>
          <a:lstStyle>
            <a:lvl1pPr marL="0" indent="0">
              <a:buNone/>
              <a:defRPr sz="772"/>
            </a:lvl1pPr>
            <a:lvl2pPr marL="110368" indent="0">
              <a:buNone/>
              <a:defRPr sz="676"/>
            </a:lvl2pPr>
            <a:lvl3pPr marL="220736" indent="0">
              <a:buNone/>
              <a:defRPr sz="579"/>
            </a:lvl3pPr>
            <a:lvl4pPr marL="331104" indent="0">
              <a:buNone/>
              <a:defRPr sz="483"/>
            </a:lvl4pPr>
            <a:lvl5pPr marL="441472" indent="0">
              <a:buNone/>
              <a:defRPr sz="483"/>
            </a:lvl5pPr>
            <a:lvl6pPr marL="551840" indent="0">
              <a:buNone/>
              <a:defRPr sz="483"/>
            </a:lvl6pPr>
            <a:lvl7pPr marL="662208" indent="0">
              <a:buNone/>
              <a:defRPr sz="483"/>
            </a:lvl7pPr>
            <a:lvl8pPr marL="772577" indent="0">
              <a:buNone/>
              <a:defRPr sz="483"/>
            </a:lvl8pPr>
            <a:lvl9pPr marL="882945" indent="0">
              <a:buNone/>
              <a:defRPr sz="48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496729"/>
            <a:ext cx="2380335" cy="920252"/>
          </a:xfrm>
        </p:spPr>
        <p:txBody>
          <a:bodyPr/>
          <a:lstStyle>
            <a:lvl1pPr marL="0" indent="0">
              <a:buNone/>
              <a:defRPr sz="386"/>
            </a:lvl1pPr>
            <a:lvl2pPr marL="110368" indent="0">
              <a:buNone/>
              <a:defRPr sz="338"/>
            </a:lvl2pPr>
            <a:lvl3pPr marL="220736" indent="0">
              <a:buNone/>
              <a:defRPr sz="290"/>
            </a:lvl3pPr>
            <a:lvl4pPr marL="331104" indent="0">
              <a:buNone/>
              <a:defRPr sz="241"/>
            </a:lvl4pPr>
            <a:lvl5pPr marL="441472" indent="0">
              <a:buNone/>
              <a:defRPr sz="241"/>
            </a:lvl5pPr>
            <a:lvl6pPr marL="551840" indent="0">
              <a:buNone/>
              <a:defRPr sz="241"/>
            </a:lvl6pPr>
            <a:lvl7pPr marL="662208" indent="0">
              <a:buNone/>
              <a:defRPr sz="241"/>
            </a:lvl7pPr>
            <a:lvl8pPr marL="772577" indent="0">
              <a:buNone/>
              <a:defRPr sz="241"/>
            </a:lvl8pPr>
            <a:lvl9pPr marL="882945" indent="0">
              <a:buNone/>
              <a:defRPr sz="24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40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3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8" y="88154"/>
            <a:ext cx="1591375" cy="140318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88154"/>
            <a:ext cx="4681870" cy="140318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32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88154"/>
            <a:ext cx="6365498" cy="320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440770"/>
            <a:ext cx="6365498" cy="1050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1534647"/>
            <a:ext cx="1660565" cy="881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1534647"/>
            <a:ext cx="2490847" cy="881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1534647"/>
            <a:ext cx="1660565" cy="881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7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220736" rtl="0" eaLnBrk="1" latinLnBrk="0" hangingPunct="1">
        <a:lnSpc>
          <a:spcPct val="90000"/>
        </a:lnSpc>
        <a:spcBef>
          <a:spcPct val="0"/>
        </a:spcBef>
        <a:buNone/>
        <a:defRPr sz="1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184" indent="-55184" algn="l" defTabSz="220736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676" kern="1200">
          <a:solidFill>
            <a:schemeClr val="tx1"/>
          </a:solidFill>
          <a:latin typeface="+mn-lt"/>
          <a:ea typeface="+mn-ea"/>
          <a:cs typeface="+mn-cs"/>
        </a:defRPr>
      </a:lvl1pPr>
      <a:lvl2pPr marL="165552" indent="-55184" algn="l" defTabSz="220736" rtl="0" eaLnBrk="1" latinLnBrk="0" hangingPunct="1">
        <a:lnSpc>
          <a:spcPct val="90000"/>
        </a:lnSpc>
        <a:spcBef>
          <a:spcPts val="121"/>
        </a:spcBef>
        <a:buFont typeface="Arial" panose="020B0604020202020204" pitchFamily="34" charset="0"/>
        <a:buChar char="•"/>
        <a:defRPr sz="579" kern="1200">
          <a:solidFill>
            <a:schemeClr val="tx1"/>
          </a:solidFill>
          <a:latin typeface="+mn-lt"/>
          <a:ea typeface="+mn-ea"/>
          <a:cs typeface="+mn-cs"/>
        </a:defRPr>
      </a:lvl2pPr>
      <a:lvl3pPr marL="275920" indent="-55184" algn="l" defTabSz="220736" rtl="0" eaLnBrk="1" latinLnBrk="0" hangingPunct="1">
        <a:lnSpc>
          <a:spcPct val="90000"/>
        </a:lnSpc>
        <a:spcBef>
          <a:spcPts val="121"/>
        </a:spcBef>
        <a:buFont typeface="Arial" panose="020B0604020202020204" pitchFamily="34" charset="0"/>
        <a:buChar char="•"/>
        <a:defRPr sz="483" kern="1200">
          <a:solidFill>
            <a:schemeClr val="tx1"/>
          </a:solidFill>
          <a:latin typeface="+mn-lt"/>
          <a:ea typeface="+mn-ea"/>
          <a:cs typeface="+mn-cs"/>
        </a:defRPr>
      </a:lvl3pPr>
      <a:lvl4pPr marL="386288" indent="-55184" algn="l" defTabSz="220736" rtl="0" eaLnBrk="1" latinLnBrk="0" hangingPunct="1">
        <a:lnSpc>
          <a:spcPct val="90000"/>
        </a:lnSpc>
        <a:spcBef>
          <a:spcPts val="121"/>
        </a:spcBef>
        <a:buFont typeface="Arial" panose="020B0604020202020204" pitchFamily="34" charset="0"/>
        <a:buChar char="•"/>
        <a:defRPr sz="435" kern="1200">
          <a:solidFill>
            <a:schemeClr val="tx1"/>
          </a:solidFill>
          <a:latin typeface="+mn-lt"/>
          <a:ea typeface="+mn-ea"/>
          <a:cs typeface="+mn-cs"/>
        </a:defRPr>
      </a:lvl4pPr>
      <a:lvl5pPr marL="496656" indent="-55184" algn="l" defTabSz="220736" rtl="0" eaLnBrk="1" latinLnBrk="0" hangingPunct="1">
        <a:lnSpc>
          <a:spcPct val="90000"/>
        </a:lnSpc>
        <a:spcBef>
          <a:spcPts val="121"/>
        </a:spcBef>
        <a:buFont typeface="Arial" panose="020B0604020202020204" pitchFamily="34" charset="0"/>
        <a:buChar char="•"/>
        <a:defRPr sz="435" kern="1200">
          <a:solidFill>
            <a:schemeClr val="tx1"/>
          </a:solidFill>
          <a:latin typeface="+mn-lt"/>
          <a:ea typeface="+mn-ea"/>
          <a:cs typeface="+mn-cs"/>
        </a:defRPr>
      </a:lvl5pPr>
      <a:lvl6pPr marL="607024" indent="-55184" algn="l" defTabSz="220736" rtl="0" eaLnBrk="1" latinLnBrk="0" hangingPunct="1">
        <a:lnSpc>
          <a:spcPct val="90000"/>
        </a:lnSpc>
        <a:spcBef>
          <a:spcPts val="121"/>
        </a:spcBef>
        <a:buFont typeface="Arial" panose="020B0604020202020204" pitchFamily="34" charset="0"/>
        <a:buChar char="•"/>
        <a:defRPr sz="435" kern="1200">
          <a:solidFill>
            <a:schemeClr val="tx1"/>
          </a:solidFill>
          <a:latin typeface="+mn-lt"/>
          <a:ea typeface="+mn-ea"/>
          <a:cs typeface="+mn-cs"/>
        </a:defRPr>
      </a:lvl6pPr>
      <a:lvl7pPr marL="717393" indent="-55184" algn="l" defTabSz="220736" rtl="0" eaLnBrk="1" latinLnBrk="0" hangingPunct="1">
        <a:lnSpc>
          <a:spcPct val="90000"/>
        </a:lnSpc>
        <a:spcBef>
          <a:spcPts val="121"/>
        </a:spcBef>
        <a:buFont typeface="Arial" panose="020B0604020202020204" pitchFamily="34" charset="0"/>
        <a:buChar char="•"/>
        <a:defRPr sz="435" kern="1200">
          <a:solidFill>
            <a:schemeClr val="tx1"/>
          </a:solidFill>
          <a:latin typeface="+mn-lt"/>
          <a:ea typeface="+mn-ea"/>
          <a:cs typeface="+mn-cs"/>
        </a:defRPr>
      </a:lvl7pPr>
      <a:lvl8pPr marL="827761" indent="-55184" algn="l" defTabSz="220736" rtl="0" eaLnBrk="1" latinLnBrk="0" hangingPunct="1">
        <a:lnSpc>
          <a:spcPct val="90000"/>
        </a:lnSpc>
        <a:spcBef>
          <a:spcPts val="121"/>
        </a:spcBef>
        <a:buFont typeface="Arial" panose="020B0604020202020204" pitchFamily="34" charset="0"/>
        <a:buChar char="•"/>
        <a:defRPr sz="435" kern="1200">
          <a:solidFill>
            <a:schemeClr val="tx1"/>
          </a:solidFill>
          <a:latin typeface="+mn-lt"/>
          <a:ea typeface="+mn-ea"/>
          <a:cs typeface="+mn-cs"/>
        </a:defRPr>
      </a:lvl8pPr>
      <a:lvl9pPr marL="938129" indent="-55184" algn="l" defTabSz="220736" rtl="0" eaLnBrk="1" latinLnBrk="0" hangingPunct="1">
        <a:lnSpc>
          <a:spcPct val="90000"/>
        </a:lnSpc>
        <a:spcBef>
          <a:spcPts val="121"/>
        </a:spcBef>
        <a:buFont typeface="Arial" panose="020B0604020202020204" pitchFamily="34" charset="0"/>
        <a:buChar char="•"/>
        <a:defRPr sz="4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0736" rtl="0" eaLnBrk="1" latinLnBrk="0" hangingPunct="1">
        <a:defRPr sz="435" kern="1200">
          <a:solidFill>
            <a:schemeClr val="tx1"/>
          </a:solidFill>
          <a:latin typeface="+mn-lt"/>
          <a:ea typeface="+mn-ea"/>
          <a:cs typeface="+mn-cs"/>
        </a:defRPr>
      </a:lvl1pPr>
      <a:lvl2pPr marL="110368" algn="l" defTabSz="220736" rtl="0" eaLnBrk="1" latinLnBrk="0" hangingPunct="1">
        <a:defRPr sz="435" kern="1200">
          <a:solidFill>
            <a:schemeClr val="tx1"/>
          </a:solidFill>
          <a:latin typeface="+mn-lt"/>
          <a:ea typeface="+mn-ea"/>
          <a:cs typeface="+mn-cs"/>
        </a:defRPr>
      </a:lvl2pPr>
      <a:lvl3pPr marL="220736" algn="l" defTabSz="220736" rtl="0" eaLnBrk="1" latinLnBrk="0" hangingPunct="1">
        <a:defRPr sz="435" kern="1200">
          <a:solidFill>
            <a:schemeClr val="tx1"/>
          </a:solidFill>
          <a:latin typeface="+mn-lt"/>
          <a:ea typeface="+mn-ea"/>
          <a:cs typeface="+mn-cs"/>
        </a:defRPr>
      </a:lvl3pPr>
      <a:lvl4pPr marL="331104" algn="l" defTabSz="220736" rtl="0" eaLnBrk="1" latinLnBrk="0" hangingPunct="1">
        <a:defRPr sz="435" kern="1200">
          <a:solidFill>
            <a:schemeClr val="tx1"/>
          </a:solidFill>
          <a:latin typeface="+mn-lt"/>
          <a:ea typeface="+mn-ea"/>
          <a:cs typeface="+mn-cs"/>
        </a:defRPr>
      </a:lvl4pPr>
      <a:lvl5pPr marL="441472" algn="l" defTabSz="220736" rtl="0" eaLnBrk="1" latinLnBrk="0" hangingPunct="1">
        <a:defRPr sz="435" kern="1200">
          <a:solidFill>
            <a:schemeClr val="tx1"/>
          </a:solidFill>
          <a:latin typeface="+mn-lt"/>
          <a:ea typeface="+mn-ea"/>
          <a:cs typeface="+mn-cs"/>
        </a:defRPr>
      </a:lvl5pPr>
      <a:lvl6pPr marL="551840" algn="l" defTabSz="220736" rtl="0" eaLnBrk="1" latinLnBrk="0" hangingPunct="1">
        <a:defRPr sz="435" kern="1200">
          <a:solidFill>
            <a:schemeClr val="tx1"/>
          </a:solidFill>
          <a:latin typeface="+mn-lt"/>
          <a:ea typeface="+mn-ea"/>
          <a:cs typeface="+mn-cs"/>
        </a:defRPr>
      </a:lvl6pPr>
      <a:lvl7pPr marL="662208" algn="l" defTabSz="220736" rtl="0" eaLnBrk="1" latinLnBrk="0" hangingPunct="1">
        <a:defRPr sz="435" kern="1200">
          <a:solidFill>
            <a:schemeClr val="tx1"/>
          </a:solidFill>
          <a:latin typeface="+mn-lt"/>
          <a:ea typeface="+mn-ea"/>
          <a:cs typeface="+mn-cs"/>
        </a:defRPr>
      </a:lvl7pPr>
      <a:lvl8pPr marL="772577" algn="l" defTabSz="220736" rtl="0" eaLnBrk="1" latinLnBrk="0" hangingPunct="1">
        <a:defRPr sz="435" kern="1200">
          <a:solidFill>
            <a:schemeClr val="tx1"/>
          </a:solidFill>
          <a:latin typeface="+mn-lt"/>
          <a:ea typeface="+mn-ea"/>
          <a:cs typeface="+mn-cs"/>
        </a:defRPr>
      </a:lvl8pPr>
      <a:lvl9pPr marL="882945" algn="l" defTabSz="220736" rtl="0" eaLnBrk="1" latinLnBrk="0" hangingPunct="1">
        <a:defRPr sz="4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0D8074F2-5B26-4AC4-82EA-722D2BA0E3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41"/>
          <a:stretch/>
        </p:blipFill>
        <p:spPr>
          <a:xfrm>
            <a:off x="0" y="19050"/>
            <a:ext cx="7380288" cy="138934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AA07D2F-BAC7-4DF2-BD4F-FB3D0F284179}"/>
              </a:ext>
            </a:extLst>
          </p:cNvPr>
          <p:cNvSpPr txBox="1"/>
          <p:nvPr/>
        </p:nvSpPr>
        <p:spPr>
          <a:xfrm>
            <a:off x="0" y="1359768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C772F7-A556-446F-A3A7-861A02C08558}"/>
              </a:ext>
            </a:extLst>
          </p:cNvPr>
          <p:cNvSpPr txBox="1"/>
          <p:nvPr/>
        </p:nvSpPr>
        <p:spPr>
          <a:xfrm>
            <a:off x="2438400" y="1359768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31EC1-8959-468F-8888-DC482544F786}"/>
              </a:ext>
            </a:extLst>
          </p:cNvPr>
          <p:cNvSpPr txBox="1"/>
          <p:nvPr/>
        </p:nvSpPr>
        <p:spPr>
          <a:xfrm>
            <a:off x="4909344" y="1359768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987931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9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26</cp:revision>
  <dcterms:created xsi:type="dcterms:W3CDTF">2024-05-28T14:05:53Z</dcterms:created>
  <dcterms:modified xsi:type="dcterms:W3CDTF">2024-06-05T13:15:12Z</dcterms:modified>
</cp:coreProperties>
</file>