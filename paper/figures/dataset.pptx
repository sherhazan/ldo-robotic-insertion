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84" r:id="rId1"/>
  </p:sldMasterIdLst>
  <p:sldIdLst>
    <p:sldId id="259" r:id="rId2"/>
  </p:sldIdLst>
  <p:sldSz cx="7559675" cy="2160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501" autoAdjust="0"/>
    <p:restoredTop sz="94660"/>
  </p:normalViewPr>
  <p:slideViewPr>
    <p:cSldViewPr snapToGrid="0">
      <p:cViewPr varScale="1">
        <p:scale>
          <a:sx n="223" d="100"/>
          <a:sy n="223" d="100"/>
        </p:scale>
        <p:origin x="186" y="14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960" y="353596"/>
            <a:ext cx="5669756" cy="752205"/>
          </a:xfrm>
        </p:spPr>
        <p:txBody>
          <a:bodyPr anchor="b"/>
          <a:lstStyle>
            <a:lvl1pPr algn="ctr">
              <a:defRPr sz="189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1134809"/>
            <a:ext cx="5669756" cy="521642"/>
          </a:xfrm>
        </p:spPr>
        <p:txBody>
          <a:bodyPr/>
          <a:lstStyle>
            <a:lvl1pPr marL="0" indent="0" algn="ctr">
              <a:buNone/>
              <a:defRPr sz="756"/>
            </a:lvl1pPr>
            <a:lvl2pPr marL="144018" indent="0" algn="ctr">
              <a:buNone/>
              <a:defRPr sz="630"/>
            </a:lvl2pPr>
            <a:lvl3pPr marL="288036" indent="0" algn="ctr">
              <a:buNone/>
              <a:defRPr sz="567"/>
            </a:lvl3pPr>
            <a:lvl4pPr marL="432054" indent="0" algn="ctr">
              <a:buNone/>
              <a:defRPr sz="504"/>
            </a:lvl4pPr>
            <a:lvl5pPr marL="576072" indent="0" algn="ctr">
              <a:buNone/>
              <a:defRPr sz="504"/>
            </a:lvl5pPr>
            <a:lvl6pPr marL="720090" indent="0" algn="ctr">
              <a:buNone/>
              <a:defRPr sz="504"/>
            </a:lvl6pPr>
            <a:lvl7pPr marL="864108" indent="0" algn="ctr">
              <a:buNone/>
              <a:defRPr sz="504"/>
            </a:lvl7pPr>
            <a:lvl8pPr marL="1008126" indent="0" algn="ctr">
              <a:buNone/>
              <a:defRPr sz="504"/>
            </a:lvl8pPr>
            <a:lvl9pPr marL="1152144" indent="0" algn="ctr">
              <a:buNone/>
              <a:defRPr sz="50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25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779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0" y="538647"/>
            <a:ext cx="6520220" cy="898744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0" y="1445894"/>
            <a:ext cx="6520220" cy="472628"/>
          </a:xfrm>
        </p:spPr>
        <p:txBody>
          <a:bodyPr/>
          <a:lstStyle>
            <a:lvl1pPr marL="0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1pPr>
            <a:lvl2pPr marL="144018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2pPr>
            <a:lvl3pPr marL="288036" indent="0">
              <a:buNone/>
              <a:defRPr sz="567">
                <a:solidFill>
                  <a:schemeClr val="tx1">
                    <a:tint val="75000"/>
                  </a:schemeClr>
                </a:solidFill>
              </a:defRPr>
            </a:lvl3pPr>
            <a:lvl4pPr marL="432054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4pPr>
            <a:lvl5pPr marL="576072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5pPr>
            <a:lvl6pPr marL="720090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6pPr>
            <a:lvl7pPr marL="864108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7pPr>
            <a:lvl8pPr marL="1008126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8pPr>
            <a:lvl9pPr marL="1152144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941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575157"/>
            <a:ext cx="3212862" cy="13708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575157"/>
            <a:ext cx="3212862" cy="13708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999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115031"/>
            <a:ext cx="6520220" cy="41761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2" y="529645"/>
            <a:ext cx="3198097" cy="259570"/>
          </a:xfrm>
        </p:spPr>
        <p:txBody>
          <a:bodyPr anchor="b"/>
          <a:lstStyle>
            <a:lvl1pPr marL="0" indent="0">
              <a:buNone/>
              <a:defRPr sz="756" b="1"/>
            </a:lvl1pPr>
            <a:lvl2pPr marL="144018" indent="0">
              <a:buNone/>
              <a:defRPr sz="630" b="1"/>
            </a:lvl2pPr>
            <a:lvl3pPr marL="288036" indent="0">
              <a:buNone/>
              <a:defRPr sz="567" b="1"/>
            </a:lvl3pPr>
            <a:lvl4pPr marL="432054" indent="0">
              <a:buNone/>
              <a:defRPr sz="504" b="1"/>
            </a:lvl4pPr>
            <a:lvl5pPr marL="576072" indent="0">
              <a:buNone/>
              <a:defRPr sz="504" b="1"/>
            </a:lvl5pPr>
            <a:lvl6pPr marL="720090" indent="0">
              <a:buNone/>
              <a:defRPr sz="504" b="1"/>
            </a:lvl6pPr>
            <a:lvl7pPr marL="864108" indent="0">
              <a:buNone/>
              <a:defRPr sz="504" b="1"/>
            </a:lvl7pPr>
            <a:lvl8pPr marL="1008126" indent="0">
              <a:buNone/>
              <a:defRPr sz="504" b="1"/>
            </a:lvl8pPr>
            <a:lvl9pPr marL="1152144" indent="0">
              <a:buNone/>
              <a:defRPr sz="50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2" y="789215"/>
            <a:ext cx="3198097" cy="11608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5" y="529645"/>
            <a:ext cx="3213847" cy="259570"/>
          </a:xfrm>
        </p:spPr>
        <p:txBody>
          <a:bodyPr anchor="b"/>
          <a:lstStyle>
            <a:lvl1pPr marL="0" indent="0">
              <a:buNone/>
              <a:defRPr sz="756" b="1"/>
            </a:lvl1pPr>
            <a:lvl2pPr marL="144018" indent="0">
              <a:buNone/>
              <a:defRPr sz="630" b="1"/>
            </a:lvl2pPr>
            <a:lvl3pPr marL="288036" indent="0">
              <a:buNone/>
              <a:defRPr sz="567" b="1"/>
            </a:lvl3pPr>
            <a:lvl4pPr marL="432054" indent="0">
              <a:buNone/>
              <a:defRPr sz="504" b="1"/>
            </a:lvl4pPr>
            <a:lvl5pPr marL="576072" indent="0">
              <a:buNone/>
              <a:defRPr sz="504" b="1"/>
            </a:lvl5pPr>
            <a:lvl6pPr marL="720090" indent="0">
              <a:buNone/>
              <a:defRPr sz="504" b="1"/>
            </a:lvl6pPr>
            <a:lvl7pPr marL="864108" indent="0">
              <a:buNone/>
              <a:defRPr sz="504" b="1"/>
            </a:lvl7pPr>
            <a:lvl8pPr marL="1008126" indent="0">
              <a:buNone/>
              <a:defRPr sz="504" b="1"/>
            </a:lvl8pPr>
            <a:lvl9pPr marL="1152144" indent="0">
              <a:buNone/>
              <a:defRPr sz="50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5" y="789215"/>
            <a:ext cx="3213847" cy="11608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072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956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17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144039"/>
            <a:ext cx="2438192" cy="504137"/>
          </a:xfrm>
        </p:spPr>
        <p:txBody>
          <a:bodyPr anchor="b"/>
          <a:lstStyle>
            <a:lvl1pPr>
              <a:defRPr sz="100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311085"/>
            <a:ext cx="3827085" cy="1535418"/>
          </a:xfrm>
        </p:spPr>
        <p:txBody>
          <a:bodyPr/>
          <a:lstStyle>
            <a:lvl1pPr>
              <a:defRPr sz="1008"/>
            </a:lvl1pPr>
            <a:lvl2pPr>
              <a:defRPr sz="882"/>
            </a:lvl2pPr>
            <a:lvl3pPr>
              <a:defRPr sz="756"/>
            </a:lvl3pPr>
            <a:lvl4pPr>
              <a:defRPr sz="630"/>
            </a:lvl4pPr>
            <a:lvl5pPr>
              <a:defRPr sz="630"/>
            </a:lvl5pPr>
            <a:lvl6pPr>
              <a:defRPr sz="630"/>
            </a:lvl6pPr>
            <a:lvl7pPr>
              <a:defRPr sz="630"/>
            </a:lvl7pPr>
            <a:lvl8pPr>
              <a:defRPr sz="630"/>
            </a:lvl8pPr>
            <a:lvl9pPr>
              <a:defRPr sz="63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648176"/>
            <a:ext cx="2438192" cy="1200827"/>
          </a:xfrm>
        </p:spPr>
        <p:txBody>
          <a:bodyPr/>
          <a:lstStyle>
            <a:lvl1pPr marL="0" indent="0">
              <a:buNone/>
              <a:defRPr sz="504"/>
            </a:lvl1pPr>
            <a:lvl2pPr marL="144018" indent="0">
              <a:buNone/>
              <a:defRPr sz="441"/>
            </a:lvl2pPr>
            <a:lvl3pPr marL="288036" indent="0">
              <a:buNone/>
              <a:defRPr sz="378"/>
            </a:lvl3pPr>
            <a:lvl4pPr marL="432054" indent="0">
              <a:buNone/>
              <a:defRPr sz="315"/>
            </a:lvl4pPr>
            <a:lvl5pPr marL="576072" indent="0">
              <a:buNone/>
              <a:defRPr sz="315"/>
            </a:lvl5pPr>
            <a:lvl6pPr marL="720090" indent="0">
              <a:buNone/>
              <a:defRPr sz="315"/>
            </a:lvl6pPr>
            <a:lvl7pPr marL="864108" indent="0">
              <a:buNone/>
              <a:defRPr sz="315"/>
            </a:lvl7pPr>
            <a:lvl8pPr marL="1008126" indent="0">
              <a:buNone/>
              <a:defRPr sz="315"/>
            </a:lvl8pPr>
            <a:lvl9pPr marL="1152144" indent="0">
              <a:buNone/>
              <a:defRPr sz="31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756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144039"/>
            <a:ext cx="2438192" cy="504137"/>
          </a:xfrm>
        </p:spPr>
        <p:txBody>
          <a:bodyPr anchor="b"/>
          <a:lstStyle>
            <a:lvl1pPr>
              <a:defRPr sz="100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311085"/>
            <a:ext cx="3827085" cy="1535418"/>
          </a:xfrm>
        </p:spPr>
        <p:txBody>
          <a:bodyPr anchor="t"/>
          <a:lstStyle>
            <a:lvl1pPr marL="0" indent="0">
              <a:buNone/>
              <a:defRPr sz="1008"/>
            </a:lvl1pPr>
            <a:lvl2pPr marL="144018" indent="0">
              <a:buNone/>
              <a:defRPr sz="882"/>
            </a:lvl2pPr>
            <a:lvl3pPr marL="288036" indent="0">
              <a:buNone/>
              <a:defRPr sz="756"/>
            </a:lvl3pPr>
            <a:lvl4pPr marL="432054" indent="0">
              <a:buNone/>
              <a:defRPr sz="630"/>
            </a:lvl4pPr>
            <a:lvl5pPr marL="576072" indent="0">
              <a:buNone/>
              <a:defRPr sz="630"/>
            </a:lvl5pPr>
            <a:lvl6pPr marL="720090" indent="0">
              <a:buNone/>
              <a:defRPr sz="630"/>
            </a:lvl6pPr>
            <a:lvl7pPr marL="864108" indent="0">
              <a:buNone/>
              <a:defRPr sz="630"/>
            </a:lvl7pPr>
            <a:lvl8pPr marL="1008126" indent="0">
              <a:buNone/>
              <a:defRPr sz="630"/>
            </a:lvl8pPr>
            <a:lvl9pPr marL="1152144" indent="0">
              <a:buNone/>
              <a:defRPr sz="63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648176"/>
            <a:ext cx="2438192" cy="1200827"/>
          </a:xfrm>
        </p:spPr>
        <p:txBody>
          <a:bodyPr/>
          <a:lstStyle>
            <a:lvl1pPr marL="0" indent="0">
              <a:buNone/>
              <a:defRPr sz="504"/>
            </a:lvl1pPr>
            <a:lvl2pPr marL="144018" indent="0">
              <a:buNone/>
              <a:defRPr sz="441"/>
            </a:lvl2pPr>
            <a:lvl3pPr marL="288036" indent="0">
              <a:buNone/>
              <a:defRPr sz="378"/>
            </a:lvl3pPr>
            <a:lvl4pPr marL="432054" indent="0">
              <a:buNone/>
              <a:defRPr sz="315"/>
            </a:lvl4pPr>
            <a:lvl5pPr marL="576072" indent="0">
              <a:buNone/>
              <a:defRPr sz="315"/>
            </a:lvl5pPr>
            <a:lvl6pPr marL="720090" indent="0">
              <a:buNone/>
              <a:defRPr sz="315"/>
            </a:lvl6pPr>
            <a:lvl7pPr marL="864108" indent="0">
              <a:buNone/>
              <a:defRPr sz="315"/>
            </a:lvl7pPr>
            <a:lvl8pPr marL="1008126" indent="0">
              <a:buNone/>
              <a:defRPr sz="315"/>
            </a:lvl8pPr>
            <a:lvl9pPr marL="1152144" indent="0">
              <a:buNone/>
              <a:defRPr sz="31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296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444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2" y="115032"/>
            <a:ext cx="1630055" cy="18309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115032"/>
            <a:ext cx="4795669" cy="18309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386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115031"/>
            <a:ext cx="6520220" cy="417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575157"/>
            <a:ext cx="6520220" cy="1370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2002545"/>
            <a:ext cx="1700927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D32CC-42D6-4E9E-8DD7-438BA608F462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2002545"/>
            <a:ext cx="2551390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2002545"/>
            <a:ext cx="1700927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483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7" r:id="rId3"/>
    <p:sldLayoutId id="2147483988" r:id="rId4"/>
    <p:sldLayoutId id="2147483989" r:id="rId5"/>
    <p:sldLayoutId id="2147483990" r:id="rId6"/>
    <p:sldLayoutId id="2147483991" r:id="rId7"/>
    <p:sldLayoutId id="2147483992" r:id="rId8"/>
    <p:sldLayoutId id="2147483993" r:id="rId9"/>
    <p:sldLayoutId id="2147483994" r:id="rId10"/>
    <p:sldLayoutId id="2147483995" r:id="rId11"/>
  </p:sldLayoutIdLst>
  <p:txStyles>
    <p:titleStyle>
      <a:lvl1pPr algn="l" defTabSz="288036" rtl="0" eaLnBrk="1" latinLnBrk="0" hangingPunct="1">
        <a:lnSpc>
          <a:spcPct val="90000"/>
        </a:lnSpc>
        <a:spcBef>
          <a:spcPct val="0"/>
        </a:spcBef>
        <a:buNone/>
        <a:defRPr sz="138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2009" indent="-72009" algn="l" defTabSz="288036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882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2pPr>
      <a:lvl3pPr marL="360045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3pPr>
      <a:lvl4pPr marL="504063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4pPr>
      <a:lvl5pPr marL="648081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5pPr>
      <a:lvl6pPr marL="792099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6pPr>
      <a:lvl7pPr marL="936117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7pPr>
      <a:lvl8pPr marL="1080135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8pPr>
      <a:lvl9pPr marL="1224153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1pPr>
      <a:lvl2pPr marL="144018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2pPr>
      <a:lvl3pPr marL="288036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3pPr>
      <a:lvl4pPr marL="432054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4pPr>
      <a:lvl5pPr marL="576072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5pPr>
      <a:lvl6pPr marL="720090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6pPr>
      <a:lvl7pPr marL="864108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7pPr>
      <a:lvl8pPr marL="1008126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8pPr>
      <a:lvl9pPr marL="1152144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38E2CD82-7C66-448B-AC42-C4AE97AED968}"/>
              </a:ext>
            </a:extLst>
          </p:cNvPr>
          <p:cNvSpPr txBox="1"/>
          <p:nvPr/>
        </p:nvSpPr>
        <p:spPr>
          <a:xfrm>
            <a:off x="29585" y="1961816"/>
            <a:ext cx="1697948" cy="246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93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F15806-BF9D-4F9F-B446-5F03957C4A80}"/>
              </a:ext>
            </a:extLst>
          </p:cNvPr>
          <p:cNvSpPr txBox="1"/>
          <p:nvPr/>
        </p:nvSpPr>
        <p:spPr>
          <a:xfrm>
            <a:off x="1780936" y="1961815"/>
            <a:ext cx="2851020" cy="246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93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79F55E-FFCC-4582-B49B-8B35E729C5CC}"/>
              </a:ext>
            </a:extLst>
          </p:cNvPr>
          <p:cNvSpPr txBox="1"/>
          <p:nvPr/>
        </p:nvSpPr>
        <p:spPr>
          <a:xfrm>
            <a:off x="4679713" y="1961815"/>
            <a:ext cx="2851020" cy="246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93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13D2450-87B6-4772-ADBB-89E071DBFA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12" y="47115"/>
            <a:ext cx="1632573" cy="91832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C7EA46E-E7C6-408B-90EA-E6A7857F30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53" y="1008738"/>
            <a:ext cx="1633692" cy="918321"/>
          </a:xfrm>
          <a:prstGeom prst="rect">
            <a:avLst/>
          </a:prstGeom>
        </p:spPr>
      </p:pic>
      <p:pic>
        <p:nvPicPr>
          <p:cNvPr id="28" name="Content Placeholder 5">
            <a:extLst>
              <a:ext uri="{FF2B5EF4-FFF2-40B4-BE49-F238E27FC236}">
                <a16:creationId xmlns:a16="http://schemas.microsoft.com/office/drawing/2014/main" id="{CF1CCEFD-A9FE-4AAB-8C37-F4C63BCEA2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0965" y="1009136"/>
            <a:ext cx="917521" cy="91752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FA66701-D389-40DF-9F5F-C4931CD411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7659" y="1008737"/>
            <a:ext cx="917522" cy="91832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9A2F33A-880E-413D-BB1A-AF3E012C40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0966" y="45921"/>
            <a:ext cx="917521" cy="91752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B25C19F-FA20-444A-A5CB-15ADD9E682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4351" y="1008737"/>
            <a:ext cx="917521" cy="91832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1EED9DC-E977-4148-B6F4-B732D2C2316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7659" y="45922"/>
            <a:ext cx="917521" cy="91752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B894AFC-7F00-48C2-9305-52680C59C9D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4352" y="45923"/>
            <a:ext cx="917521" cy="917521"/>
          </a:xfrm>
          <a:prstGeom prst="rect">
            <a:avLst/>
          </a:prstGeom>
        </p:spPr>
      </p:pic>
      <p:pic>
        <p:nvPicPr>
          <p:cNvPr id="34" name="Content Placeholder 5">
            <a:extLst>
              <a:ext uri="{FF2B5EF4-FFF2-40B4-BE49-F238E27FC236}">
                <a16:creationId xmlns:a16="http://schemas.microsoft.com/office/drawing/2014/main" id="{600F1310-F1A9-42DF-B2ED-EBB5F0609B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1211" y="1009134"/>
            <a:ext cx="917521" cy="917521"/>
          </a:xfr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317DC5D-304D-4FC6-AD55-E762B4986D2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5928" y="1010773"/>
            <a:ext cx="917521" cy="91424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E924E56-0892-46C5-B337-1FD15FA7750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1211" y="45920"/>
            <a:ext cx="917521" cy="917520"/>
          </a:xfrm>
          <a:prstGeom prst="rect">
            <a:avLst/>
          </a:prstGeom>
          <a:noFill/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372A7A4-D2D2-406A-B57C-81915A1B3C4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3597" y="1008335"/>
            <a:ext cx="917520" cy="91912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21A94C98-9B5C-4F81-91BA-94329055D56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5927" y="45920"/>
            <a:ext cx="917521" cy="917521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DD14172-1E9F-4C7C-8945-13FE6615A9F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3597" y="45921"/>
            <a:ext cx="914567" cy="917520"/>
          </a:xfrm>
          <a:prstGeom prst="rect">
            <a:avLst/>
          </a:prstGeom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0DDDA4AC-93BD-49AB-A4AF-DE8127B699D0}"/>
              </a:ext>
            </a:extLst>
          </p:cNvPr>
          <p:cNvSpPr/>
          <p:nvPr/>
        </p:nvSpPr>
        <p:spPr>
          <a:xfrm>
            <a:off x="29586" y="16423"/>
            <a:ext cx="1697947" cy="1945392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F8F80717-9164-46F9-A505-6C91E80ED68D}"/>
              </a:ext>
            </a:extLst>
          </p:cNvPr>
          <p:cNvSpPr/>
          <p:nvPr/>
        </p:nvSpPr>
        <p:spPr>
          <a:xfrm>
            <a:off x="4679714" y="16423"/>
            <a:ext cx="2851020" cy="1945392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EC6D09CC-6FF7-4F30-B7A1-C99AA9867DA0}"/>
              </a:ext>
            </a:extLst>
          </p:cNvPr>
          <p:cNvSpPr/>
          <p:nvPr/>
        </p:nvSpPr>
        <p:spPr>
          <a:xfrm>
            <a:off x="1780935" y="16423"/>
            <a:ext cx="2851020" cy="1945392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931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99</TotalTime>
  <Words>9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Sher Hazan</dc:creator>
  <cp:lastModifiedBy>Sher Hazan</cp:lastModifiedBy>
  <cp:revision>33</cp:revision>
  <dcterms:created xsi:type="dcterms:W3CDTF">2024-05-28T14:05:53Z</dcterms:created>
  <dcterms:modified xsi:type="dcterms:W3CDTF">2024-06-25T12:47:11Z</dcterms:modified>
</cp:coreProperties>
</file>