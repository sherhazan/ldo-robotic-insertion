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8" r:id="rId2"/>
  </p:sldIdLst>
  <p:sldSz cx="7920038" cy="4140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181" d="100"/>
          <a:sy n="181" d="100"/>
        </p:scale>
        <p:origin x="18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677575"/>
            <a:ext cx="5940029" cy="1441403"/>
          </a:xfrm>
        </p:spPr>
        <p:txBody>
          <a:bodyPr anchor="b"/>
          <a:lstStyle>
            <a:lvl1pPr algn="ctr">
              <a:defRPr sz="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174564"/>
            <a:ext cx="5940029" cy="999590"/>
          </a:xfrm>
        </p:spPr>
        <p:txBody>
          <a:bodyPr/>
          <a:lstStyle>
            <a:lvl1pPr marL="0" indent="0" algn="ctr">
              <a:buNone/>
              <a:defRPr sz="1449"/>
            </a:lvl1pPr>
            <a:lvl2pPr marL="276012" indent="0" algn="ctr">
              <a:buNone/>
              <a:defRPr sz="1207"/>
            </a:lvl2pPr>
            <a:lvl3pPr marL="552023" indent="0" algn="ctr">
              <a:buNone/>
              <a:defRPr sz="1087"/>
            </a:lvl3pPr>
            <a:lvl4pPr marL="828035" indent="0" algn="ctr">
              <a:buNone/>
              <a:defRPr sz="966"/>
            </a:lvl4pPr>
            <a:lvl5pPr marL="1104047" indent="0" algn="ctr">
              <a:buNone/>
              <a:defRPr sz="966"/>
            </a:lvl5pPr>
            <a:lvl6pPr marL="1380058" indent="0" algn="ctr">
              <a:buNone/>
              <a:defRPr sz="966"/>
            </a:lvl6pPr>
            <a:lvl7pPr marL="1656070" indent="0" algn="ctr">
              <a:buNone/>
              <a:defRPr sz="966"/>
            </a:lvl7pPr>
            <a:lvl8pPr marL="1932081" indent="0" algn="ctr">
              <a:buNone/>
              <a:defRPr sz="966"/>
            </a:lvl8pPr>
            <a:lvl9pPr marL="2208093" indent="0" algn="ctr">
              <a:buNone/>
              <a:defRPr sz="96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1032175"/>
            <a:ext cx="6831033" cy="1722208"/>
          </a:xfrm>
        </p:spPr>
        <p:txBody>
          <a:bodyPr anchor="b"/>
          <a:lstStyle>
            <a:lvl1pPr>
              <a:defRPr sz="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770676"/>
            <a:ext cx="6831033" cy="905668"/>
          </a:xfrm>
        </p:spPr>
        <p:txBody>
          <a:bodyPr/>
          <a:lstStyle>
            <a:lvl1pPr marL="0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1pPr>
            <a:lvl2pPr marL="276012" indent="0">
              <a:buNone/>
              <a:defRPr sz="1207">
                <a:solidFill>
                  <a:schemeClr val="tx1">
                    <a:tint val="75000"/>
                  </a:schemeClr>
                </a:solidFill>
              </a:defRPr>
            </a:lvl2pPr>
            <a:lvl3pPr marL="552023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3pPr>
            <a:lvl4pPr marL="828035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4pPr>
            <a:lvl5pPr marL="1104047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5pPr>
            <a:lvl6pPr marL="1380058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6pPr>
            <a:lvl7pPr marL="1656070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7pPr>
            <a:lvl8pPr marL="1932081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8pPr>
            <a:lvl9pPr marL="2208093" indent="0">
              <a:buNone/>
              <a:defRPr sz="9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102137"/>
            <a:ext cx="3366016" cy="26269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102137"/>
            <a:ext cx="3366016" cy="26269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0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20428"/>
            <a:ext cx="6831033" cy="800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014924"/>
            <a:ext cx="3350547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512323"/>
            <a:ext cx="3350547" cy="22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1014924"/>
            <a:ext cx="3367048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512323"/>
            <a:ext cx="3367048" cy="22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5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2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76013"/>
            <a:ext cx="2554418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96113"/>
            <a:ext cx="4009519" cy="2942225"/>
          </a:xfrm>
        </p:spPr>
        <p:txBody>
          <a:bodyPr/>
          <a:lstStyle>
            <a:lvl1pPr>
              <a:defRPr sz="1932"/>
            </a:lvl1pPr>
            <a:lvl2pPr>
              <a:defRPr sz="1690"/>
            </a:lvl2pPr>
            <a:lvl3pPr>
              <a:defRPr sz="1449"/>
            </a:lvl3pPr>
            <a:lvl4pPr>
              <a:defRPr sz="1207"/>
            </a:lvl4pPr>
            <a:lvl5pPr>
              <a:defRPr sz="1207"/>
            </a:lvl5pPr>
            <a:lvl6pPr>
              <a:defRPr sz="1207"/>
            </a:lvl6pPr>
            <a:lvl7pPr>
              <a:defRPr sz="1207"/>
            </a:lvl7pPr>
            <a:lvl8pPr>
              <a:defRPr sz="1207"/>
            </a:lvl8pPr>
            <a:lvl9pPr>
              <a:defRPr sz="120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242060"/>
            <a:ext cx="2554418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5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76013"/>
            <a:ext cx="2554418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96113"/>
            <a:ext cx="4009519" cy="2942225"/>
          </a:xfrm>
        </p:spPr>
        <p:txBody>
          <a:bodyPr anchor="t"/>
          <a:lstStyle>
            <a:lvl1pPr marL="0" indent="0">
              <a:buNone/>
              <a:defRPr sz="1932"/>
            </a:lvl1pPr>
            <a:lvl2pPr marL="276012" indent="0">
              <a:buNone/>
              <a:defRPr sz="1690"/>
            </a:lvl2pPr>
            <a:lvl3pPr marL="552023" indent="0">
              <a:buNone/>
              <a:defRPr sz="1449"/>
            </a:lvl3pPr>
            <a:lvl4pPr marL="828035" indent="0">
              <a:buNone/>
              <a:defRPr sz="1207"/>
            </a:lvl4pPr>
            <a:lvl5pPr marL="1104047" indent="0">
              <a:buNone/>
              <a:defRPr sz="1207"/>
            </a:lvl5pPr>
            <a:lvl6pPr marL="1380058" indent="0">
              <a:buNone/>
              <a:defRPr sz="1207"/>
            </a:lvl6pPr>
            <a:lvl7pPr marL="1656070" indent="0">
              <a:buNone/>
              <a:defRPr sz="1207"/>
            </a:lvl7pPr>
            <a:lvl8pPr marL="1932081" indent="0">
              <a:buNone/>
              <a:defRPr sz="1207"/>
            </a:lvl8pPr>
            <a:lvl9pPr marL="2208093" indent="0">
              <a:buNone/>
              <a:defRPr sz="12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242060"/>
            <a:ext cx="2554418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6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3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220427"/>
            <a:ext cx="1707758" cy="3508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20427"/>
            <a:ext cx="5024274" cy="350862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1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20428"/>
            <a:ext cx="6831033" cy="800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102137"/>
            <a:ext cx="6831033" cy="262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3837352"/>
            <a:ext cx="1782009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837352"/>
            <a:ext cx="2673013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837352"/>
            <a:ext cx="1782009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552023" rtl="0" eaLnBrk="1" latinLnBrk="0" hangingPunct="1">
        <a:lnSpc>
          <a:spcPct val="90000"/>
        </a:lnSpc>
        <a:spcBef>
          <a:spcPct val="0"/>
        </a:spcBef>
        <a:buNone/>
        <a:defRPr sz="26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006" indent="-138006" algn="l" defTabSz="552023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1401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449" kern="1200">
          <a:solidFill>
            <a:schemeClr val="tx1"/>
          </a:solidFill>
          <a:latin typeface="+mn-lt"/>
          <a:ea typeface="+mn-ea"/>
          <a:cs typeface="+mn-cs"/>
        </a:defRPr>
      </a:lvl2pPr>
      <a:lvl3pPr marL="69002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207" kern="1200">
          <a:solidFill>
            <a:schemeClr val="tx1"/>
          </a:solidFill>
          <a:latin typeface="+mn-lt"/>
          <a:ea typeface="+mn-ea"/>
          <a:cs typeface="+mn-cs"/>
        </a:defRPr>
      </a:lvl3pPr>
      <a:lvl4pPr marL="966041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242052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518064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794076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207008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34609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1pPr>
      <a:lvl2pPr marL="276012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52023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3pPr>
      <a:lvl4pPr marL="828035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104047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380058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656070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1932081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208093" algn="l" defTabSz="552023" rtl="0" eaLnBrk="1" latinLnBrk="0" hangingPunct="1">
        <a:defRPr sz="1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F0A6C89-E9C6-48ED-B537-8412A529FF07}"/>
              </a:ext>
            </a:extLst>
          </p:cNvPr>
          <p:cNvGrpSpPr/>
          <p:nvPr/>
        </p:nvGrpSpPr>
        <p:grpSpPr>
          <a:xfrm>
            <a:off x="129512" y="517013"/>
            <a:ext cx="2077893" cy="3200820"/>
            <a:chOff x="251889" y="1017219"/>
            <a:chExt cx="2077893" cy="3200820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8928779-EBCA-4ECD-829B-1755B6772E10}"/>
                </a:ext>
              </a:extLst>
            </p:cNvPr>
            <p:cNvSpPr/>
            <p:nvPr/>
          </p:nvSpPr>
          <p:spPr>
            <a:xfrm>
              <a:off x="251889" y="3760779"/>
              <a:ext cx="769540" cy="457260"/>
            </a:xfrm>
            <a:prstGeom prst="rect">
              <a:avLst/>
            </a:prstGeom>
            <a:gradFill flip="none" rotWithShape="1">
              <a:gsLst>
                <a:gs pos="90000">
                  <a:srgbClr val="FF0000">
                    <a:alpha val="50000"/>
                    <a:lumMod val="100000"/>
                  </a:srgbClr>
                </a:gs>
                <a:gs pos="50000">
                  <a:srgbClr val="00FF00">
                    <a:alpha val="50000"/>
                  </a:srgbClr>
                </a:gs>
                <a:gs pos="10000">
                  <a:srgbClr val="0000FF">
                    <a:alpha val="50000"/>
                  </a:srgb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0E99628-42A6-48C4-9BBC-9C2899394B62}"/>
                </a:ext>
              </a:extLst>
            </p:cNvPr>
            <p:cNvSpPr/>
            <p:nvPr/>
          </p:nvSpPr>
          <p:spPr>
            <a:xfrm>
              <a:off x="1560242" y="3760779"/>
              <a:ext cx="769540" cy="45726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50000"/>
                    <a:lumMod val="100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52717F3-1F08-4F4C-A231-FA8131254F95}"/>
                </a:ext>
              </a:extLst>
            </p:cNvPr>
            <p:cNvSpPr/>
            <p:nvPr/>
          </p:nvSpPr>
          <p:spPr>
            <a:xfrm>
              <a:off x="681864" y="2846259"/>
              <a:ext cx="1217942" cy="45726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Fusion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608E487-C83A-432E-8E16-FCDBE3330AA8}"/>
                </a:ext>
              </a:extLst>
            </p:cNvPr>
            <p:cNvSpPr/>
            <p:nvPr/>
          </p:nvSpPr>
          <p:spPr>
            <a:xfrm>
              <a:off x="681864" y="1931739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AE82C93-31C6-41B1-9A10-E667A2BC80A9}"/>
                </a:ext>
              </a:extLst>
            </p:cNvPr>
            <p:cNvSpPr/>
            <p:nvPr/>
          </p:nvSpPr>
          <p:spPr>
            <a:xfrm>
              <a:off x="681864" y="1017219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2D33442B-686F-4CCD-AFE6-1A66DE7B2F0E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636659" y="3303519"/>
              <a:ext cx="357656" cy="4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D641DB92-A9D5-4A91-9703-50F077371292}"/>
                </a:ext>
              </a:extLst>
            </p:cNvPr>
            <p:cNvCxnSpPr>
              <a:cxnSpLocks/>
              <a:stCxn id="180" idx="0"/>
            </p:cNvCxnSpPr>
            <p:nvPr/>
          </p:nvCxnSpPr>
          <p:spPr>
            <a:xfrm flipH="1" flipV="1">
              <a:off x="1560242" y="3303519"/>
              <a:ext cx="384770" cy="4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5F5062ED-3F1B-4D0F-83CD-E6BEFF2166EE}"/>
                </a:ext>
              </a:extLst>
            </p:cNvPr>
            <p:cNvCxnSpPr>
              <a:stCxn id="221" idx="0"/>
              <a:endCxn id="222" idx="2"/>
            </p:cNvCxnSpPr>
            <p:nvPr/>
          </p:nvCxnSpPr>
          <p:spPr>
            <a:xfrm flipV="1">
              <a:off x="1290835" y="2388999"/>
              <a:ext cx="0" cy="4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79A194EB-CBD6-4DAA-B607-EB4536DC81FF}"/>
                </a:ext>
              </a:extLst>
            </p:cNvPr>
            <p:cNvCxnSpPr>
              <a:stCxn id="222" idx="0"/>
              <a:endCxn id="223" idx="2"/>
            </p:cNvCxnSpPr>
            <p:nvPr/>
          </p:nvCxnSpPr>
          <p:spPr>
            <a:xfrm flipV="1">
              <a:off x="1290835" y="1474479"/>
              <a:ext cx="0" cy="4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6822AD8-2762-490A-838B-77E986A88A70}"/>
              </a:ext>
            </a:extLst>
          </p:cNvPr>
          <p:cNvGrpSpPr/>
          <p:nvPr/>
        </p:nvGrpSpPr>
        <p:grpSpPr>
          <a:xfrm>
            <a:off x="2496641" y="506344"/>
            <a:ext cx="2526292" cy="3200820"/>
            <a:chOff x="2342039" y="1017219"/>
            <a:chExt cx="2526292" cy="3200820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76E460A-6015-4FCA-B4D0-F74388CE4C25}"/>
                </a:ext>
              </a:extLst>
            </p:cNvPr>
            <p:cNvSpPr/>
            <p:nvPr/>
          </p:nvSpPr>
          <p:spPr>
            <a:xfrm>
              <a:off x="2566240" y="3760779"/>
              <a:ext cx="769540" cy="457260"/>
            </a:xfrm>
            <a:prstGeom prst="rect">
              <a:avLst/>
            </a:prstGeom>
            <a:gradFill flip="none" rotWithShape="1">
              <a:gsLst>
                <a:gs pos="90000">
                  <a:srgbClr val="FF0000">
                    <a:alpha val="50000"/>
                    <a:lumMod val="100000"/>
                  </a:srgbClr>
                </a:gs>
                <a:gs pos="50000">
                  <a:srgbClr val="00FF00">
                    <a:alpha val="50000"/>
                  </a:srgbClr>
                </a:gs>
                <a:gs pos="10000">
                  <a:srgbClr val="0000FF">
                    <a:alpha val="50000"/>
                  </a:srgb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3F3DF088-0CDD-468F-8B12-C37FFB0BCA2A}"/>
                </a:ext>
              </a:extLst>
            </p:cNvPr>
            <p:cNvSpPr/>
            <p:nvPr/>
          </p:nvSpPr>
          <p:spPr>
            <a:xfrm>
              <a:off x="3874593" y="3760779"/>
              <a:ext cx="769540" cy="45726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50000"/>
                    <a:lumMod val="100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DEA5166-4FA2-469E-8918-A726C4F91377}"/>
                </a:ext>
              </a:extLst>
            </p:cNvPr>
            <p:cNvSpPr/>
            <p:nvPr/>
          </p:nvSpPr>
          <p:spPr>
            <a:xfrm>
              <a:off x="2342039" y="2849868"/>
              <a:ext cx="1217939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1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4E9675C-4FBE-4FA3-A217-E6D726F6923D}"/>
                </a:ext>
              </a:extLst>
            </p:cNvPr>
            <p:cNvSpPr/>
            <p:nvPr/>
          </p:nvSpPr>
          <p:spPr>
            <a:xfrm>
              <a:off x="2996215" y="1964965"/>
              <a:ext cx="1217942" cy="45726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Fusion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D295CE8C-5AF7-4B30-BACD-9C168BBE6C0C}"/>
                </a:ext>
              </a:extLst>
            </p:cNvPr>
            <p:cNvSpPr/>
            <p:nvPr/>
          </p:nvSpPr>
          <p:spPr>
            <a:xfrm>
              <a:off x="2996215" y="1017219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9D9CB3D9-D5A2-49F5-A66E-1A08FAF3B875}"/>
                </a:ext>
              </a:extLst>
            </p:cNvPr>
            <p:cNvCxnSpPr>
              <a:cxnSpLocks/>
              <a:stCxn id="229" idx="0"/>
              <a:endCxn id="231" idx="2"/>
            </p:cNvCxnSpPr>
            <p:nvPr/>
          </p:nvCxnSpPr>
          <p:spPr>
            <a:xfrm flipH="1" flipV="1">
              <a:off x="2951009" y="3307128"/>
              <a:ext cx="1" cy="45365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5DDF88BD-F2AF-4932-AEEA-809E6C5DA135}"/>
                </a:ext>
              </a:extLst>
            </p:cNvPr>
            <p:cNvCxnSpPr>
              <a:cxnSpLocks/>
              <a:stCxn id="230" idx="0"/>
              <a:endCxn id="237" idx="2"/>
            </p:cNvCxnSpPr>
            <p:nvPr/>
          </p:nvCxnSpPr>
          <p:spPr>
            <a:xfrm flipH="1" flipV="1">
              <a:off x="4259360" y="3307129"/>
              <a:ext cx="3" cy="4536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00BFE58D-8588-4641-BCEB-21801354EDAB}"/>
                </a:ext>
              </a:extLst>
            </p:cNvPr>
            <p:cNvCxnSpPr>
              <a:stCxn id="232" idx="0"/>
              <a:endCxn id="233" idx="2"/>
            </p:cNvCxnSpPr>
            <p:nvPr/>
          </p:nvCxnSpPr>
          <p:spPr>
            <a:xfrm flipV="1">
              <a:off x="3605186" y="1474479"/>
              <a:ext cx="0" cy="4904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8EAB107A-94E0-460D-B94D-B4C4EB253705}"/>
                </a:ext>
              </a:extLst>
            </p:cNvPr>
            <p:cNvSpPr/>
            <p:nvPr/>
          </p:nvSpPr>
          <p:spPr>
            <a:xfrm>
              <a:off x="3650389" y="2849869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2</a:t>
              </a:r>
            </a:p>
          </p:txBody>
        </p: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2835F1F2-7C42-470C-9FF7-91CC426D59A8}"/>
                </a:ext>
              </a:extLst>
            </p:cNvPr>
            <p:cNvCxnSpPr>
              <a:cxnSpLocks/>
              <a:stCxn id="231" idx="0"/>
            </p:cNvCxnSpPr>
            <p:nvPr/>
          </p:nvCxnSpPr>
          <p:spPr>
            <a:xfrm flipV="1">
              <a:off x="2951009" y="2422226"/>
              <a:ext cx="384771" cy="4276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73EE3B83-BDF1-4927-8D90-ED5C91BF3BB9}"/>
                </a:ext>
              </a:extLst>
            </p:cNvPr>
            <p:cNvCxnSpPr>
              <a:cxnSpLocks/>
              <a:stCxn id="237" idx="0"/>
            </p:cNvCxnSpPr>
            <p:nvPr/>
          </p:nvCxnSpPr>
          <p:spPr>
            <a:xfrm flipH="1" flipV="1">
              <a:off x="3874589" y="2422225"/>
              <a:ext cx="384771" cy="4276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E5B2FAC6-A873-4ADA-B784-E1E08A9743E4}"/>
              </a:ext>
            </a:extLst>
          </p:cNvPr>
          <p:cNvGrpSpPr/>
          <p:nvPr/>
        </p:nvGrpSpPr>
        <p:grpSpPr>
          <a:xfrm>
            <a:off x="5276541" y="519844"/>
            <a:ext cx="2526294" cy="3187320"/>
            <a:chOff x="4782246" y="1030719"/>
            <a:chExt cx="2526294" cy="3187320"/>
          </a:xfrm>
        </p:grpSpPr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E257A5B9-3BFB-46D8-8B22-FA0DA3ADA5CF}"/>
                </a:ext>
              </a:extLst>
            </p:cNvPr>
            <p:cNvSpPr/>
            <p:nvPr/>
          </p:nvSpPr>
          <p:spPr>
            <a:xfrm>
              <a:off x="5006447" y="3760779"/>
              <a:ext cx="769540" cy="457260"/>
            </a:xfrm>
            <a:prstGeom prst="rect">
              <a:avLst/>
            </a:prstGeom>
            <a:gradFill flip="none" rotWithShape="1">
              <a:gsLst>
                <a:gs pos="90000">
                  <a:srgbClr val="FF0000">
                    <a:alpha val="50000"/>
                    <a:lumMod val="100000"/>
                  </a:srgbClr>
                </a:gs>
                <a:gs pos="50000">
                  <a:srgbClr val="00FF00">
                    <a:alpha val="50000"/>
                  </a:srgbClr>
                </a:gs>
                <a:gs pos="10000">
                  <a:srgbClr val="0000FF">
                    <a:alpha val="50000"/>
                  </a:srgb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313F150D-875D-43E1-ABF6-556FAA12B120}"/>
                </a:ext>
              </a:extLst>
            </p:cNvPr>
            <p:cNvSpPr/>
            <p:nvPr/>
          </p:nvSpPr>
          <p:spPr>
            <a:xfrm>
              <a:off x="6314800" y="3760779"/>
              <a:ext cx="769540" cy="45726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50000"/>
                    <a:lumMod val="100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16200000" scaled="0"/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8B66ACF4-E334-4382-B69B-381C4DE455A5}"/>
                </a:ext>
              </a:extLst>
            </p:cNvPr>
            <p:cNvSpPr/>
            <p:nvPr/>
          </p:nvSpPr>
          <p:spPr>
            <a:xfrm>
              <a:off x="4782246" y="2846259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1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3F8096A-0966-4F0E-B7EB-4E26622236C3}"/>
                </a:ext>
              </a:extLst>
            </p:cNvPr>
            <p:cNvSpPr/>
            <p:nvPr/>
          </p:nvSpPr>
          <p:spPr>
            <a:xfrm>
              <a:off x="5481627" y="1030719"/>
              <a:ext cx="1217942" cy="45726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Fusion</a:t>
              </a:r>
            </a:p>
          </p:txBody>
        </p: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C44D96E1-E041-45F0-BCC1-DCCC0123FD56}"/>
                </a:ext>
              </a:extLst>
            </p:cNvPr>
            <p:cNvCxnSpPr>
              <a:cxnSpLocks/>
              <a:stCxn id="241" idx="0"/>
              <a:endCxn id="243" idx="2"/>
            </p:cNvCxnSpPr>
            <p:nvPr/>
          </p:nvCxnSpPr>
          <p:spPr>
            <a:xfrm flipV="1">
              <a:off x="5391217" y="3303519"/>
              <a:ext cx="0" cy="4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9AAE5973-9749-402E-898F-F8B46F92B32A}"/>
                </a:ext>
              </a:extLst>
            </p:cNvPr>
            <p:cNvCxnSpPr>
              <a:cxnSpLocks/>
              <a:stCxn id="242" idx="0"/>
              <a:endCxn id="247" idx="2"/>
            </p:cNvCxnSpPr>
            <p:nvPr/>
          </p:nvCxnSpPr>
          <p:spPr>
            <a:xfrm flipH="1" flipV="1">
              <a:off x="6699569" y="3303520"/>
              <a:ext cx="1" cy="4572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1455515-35F2-4CFA-899D-21CA36ADEE03}"/>
                </a:ext>
              </a:extLst>
            </p:cNvPr>
            <p:cNvSpPr/>
            <p:nvPr/>
          </p:nvSpPr>
          <p:spPr>
            <a:xfrm>
              <a:off x="6090598" y="2846260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2</a:t>
              </a:r>
            </a:p>
          </p:txBody>
        </p: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7FD86246-E9E5-485B-B78B-E49A810E98E1}"/>
                </a:ext>
              </a:extLst>
            </p:cNvPr>
            <p:cNvCxnSpPr>
              <a:cxnSpLocks/>
              <a:stCxn id="243" idx="0"/>
              <a:endCxn id="250" idx="2"/>
            </p:cNvCxnSpPr>
            <p:nvPr/>
          </p:nvCxnSpPr>
          <p:spPr>
            <a:xfrm flipV="1">
              <a:off x="5391217" y="2422225"/>
              <a:ext cx="0" cy="4240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4179338E-0612-4BD3-BF51-184DC4E8C04A}"/>
                </a:ext>
              </a:extLst>
            </p:cNvPr>
            <p:cNvCxnSpPr>
              <a:cxnSpLocks/>
              <a:stCxn id="247" idx="0"/>
              <a:endCxn id="251" idx="2"/>
            </p:cNvCxnSpPr>
            <p:nvPr/>
          </p:nvCxnSpPr>
          <p:spPr>
            <a:xfrm flipV="1">
              <a:off x="6699569" y="2422225"/>
              <a:ext cx="0" cy="4240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DA2E5FAE-876B-47D3-8530-2A167BFCC2CC}"/>
                </a:ext>
              </a:extLst>
            </p:cNvPr>
            <p:cNvSpPr/>
            <p:nvPr/>
          </p:nvSpPr>
          <p:spPr>
            <a:xfrm>
              <a:off x="4782246" y="1964965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A8AD1EFF-21FD-4CA5-A31B-560C067EBB43}"/>
                </a:ext>
              </a:extLst>
            </p:cNvPr>
            <p:cNvSpPr/>
            <p:nvPr/>
          </p:nvSpPr>
          <p:spPr>
            <a:xfrm>
              <a:off x="6090598" y="1964965"/>
              <a:ext cx="1217942" cy="45726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69C86C98-5B88-4313-AAF9-0E1B1826C103}"/>
                </a:ext>
              </a:extLst>
            </p:cNvPr>
            <p:cNvCxnSpPr>
              <a:cxnSpLocks/>
              <a:stCxn id="250" idx="0"/>
            </p:cNvCxnSpPr>
            <p:nvPr/>
          </p:nvCxnSpPr>
          <p:spPr>
            <a:xfrm flipV="1">
              <a:off x="5391217" y="1487979"/>
              <a:ext cx="384770" cy="4769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C398E4F0-4FB9-4501-AD74-202BA31696E3}"/>
                </a:ext>
              </a:extLst>
            </p:cNvPr>
            <p:cNvCxnSpPr>
              <a:cxnSpLocks/>
              <a:stCxn id="251" idx="0"/>
            </p:cNvCxnSpPr>
            <p:nvPr/>
          </p:nvCxnSpPr>
          <p:spPr>
            <a:xfrm flipH="1" flipV="1">
              <a:off x="6393617" y="1487979"/>
              <a:ext cx="305952" cy="4769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78687C7E-025F-4E8E-B3F1-D43EADC6A8D9}"/>
              </a:ext>
            </a:extLst>
          </p:cNvPr>
          <p:cNvSpPr txBox="1"/>
          <p:nvPr/>
        </p:nvSpPr>
        <p:spPr>
          <a:xfrm>
            <a:off x="15499" y="3809524"/>
            <a:ext cx="2311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3D89CFE-F5F4-445C-9086-902CD5084605}"/>
              </a:ext>
            </a:extLst>
          </p:cNvPr>
          <p:cNvSpPr txBox="1"/>
          <p:nvPr/>
        </p:nvSpPr>
        <p:spPr>
          <a:xfrm>
            <a:off x="2395703" y="3822506"/>
            <a:ext cx="2712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D573B14-B9D3-48DE-8C7B-6FAB2E1B8C8B}"/>
              </a:ext>
            </a:extLst>
          </p:cNvPr>
          <p:cNvSpPr txBox="1"/>
          <p:nvPr/>
        </p:nvSpPr>
        <p:spPr>
          <a:xfrm>
            <a:off x="5138265" y="3809524"/>
            <a:ext cx="2712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AB984266-2DA6-4B81-AE5E-DA838FE5A0BB}"/>
              </a:ext>
            </a:extLst>
          </p:cNvPr>
          <p:cNvSpPr/>
          <p:nvPr/>
        </p:nvSpPr>
        <p:spPr>
          <a:xfrm>
            <a:off x="15498" y="22165"/>
            <a:ext cx="2311374" cy="380034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0D33188D-F8BA-43B7-9458-D8B7F9F1A39A}"/>
              </a:ext>
            </a:extLst>
          </p:cNvPr>
          <p:cNvSpPr/>
          <p:nvPr/>
        </p:nvSpPr>
        <p:spPr>
          <a:xfrm>
            <a:off x="2398954" y="22165"/>
            <a:ext cx="2712435" cy="380034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12DB27B4-849F-4AA3-A00D-64EB490B7CD1}"/>
              </a:ext>
            </a:extLst>
          </p:cNvPr>
          <p:cNvSpPr/>
          <p:nvPr/>
        </p:nvSpPr>
        <p:spPr>
          <a:xfrm>
            <a:off x="5183471" y="22164"/>
            <a:ext cx="2712435" cy="3800342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890BE4C-DA87-4717-92D0-B885E91F3472}"/>
              </a:ext>
            </a:extLst>
          </p:cNvPr>
          <p:cNvSpPr txBox="1"/>
          <p:nvPr/>
        </p:nvSpPr>
        <p:spPr>
          <a:xfrm>
            <a:off x="568672" y="22164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fusion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F14AE935-7BE5-4746-A0DC-05801FC88438}"/>
              </a:ext>
            </a:extLst>
          </p:cNvPr>
          <p:cNvSpPr txBox="1"/>
          <p:nvPr/>
        </p:nvSpPr>
        <p:spPr>
          <a:xfrm>
            <a:off x="3312319" y="15858"/>
            <a:ext cx="1116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fusion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1D1E1CC-5036-466F-84FB-3A7C74C8F0CA}"/>
              </a:ext>
            </a:extLst>
          </p:cNvPr>
          <p:cNvSpPr txBox="1"/>
          <p:nvPr/>
        </p:nvSpPr>
        <p:spPr>
          <a:xfrm>
            <a:off x="5894640" y="25720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fusion</a:t>
            </a:r>
          </a:p>
        </p:txBody>
      </p:sp>
    </p:spTree>
    <p:extLst>
      <p:ext uri="{BB962C8B-B14F-4D97-AF65-F5344CB8AC3E}">
        <p14:creationId xmlns:p14="http://schemas.microsoft.com/office/powerpoint/2010/main" val="94765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40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19</cp:revision>
  <dcterms:created xsi:type="dcterms:W3CDTF">2024-05-28T14:05:53Z</dcterms:created>
  <dcterms:modified xsi:type="dcterms:W3CDTF">2024-06-16T14:43:34Z</dcterms:modified>
</cp:coreProperties>
</file>