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6" r:id="rId1"/>
  </p:sldMasterIdLst>
  <p:sldIdLst>
    <p:sldId id="259" r:id="rId2"/>
  </p:sldIdLst>
  <p:sldSz cx="7380288" cy="15113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764" autoAdjust="0"/>
    <p:restoredTop sz="94660"/>
  </p:normalViewPr>
  <p:slideViewPr>
    <p:cSldViewPr snapToGrid="0">
      <p:cViewPr varScale="1">
        <p:scale>
          <a:sx n="194" d="100"/>
          <a:sy n="194" d="100"/>
        </p:scale>
        <p:origin x="168" y="20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22536" y="247336"/>
            <a:ext cx="5535216" cy="526156"/>
          </a:xfrm>
        </p:spPr>
        <p:txBody>
          <a:bodyPr anchor="b"/>
          <a:lstStyle>
            <a:lvl1pPr algn="ctr">
              <a:defRPr sz="13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22536" y="793782"/>
            <a:ext cx="5535216" cy="364881"/>
          </a:xfrm>
        </p:spPr>
        <p:txBody>
          <a:bodyPr/>
          <a:lstStyle>
            <a:lvl1pPr marL="0" indent="0" algn="ctr">
              <a:buNone/>
              <a:defRPr sz="529"/>
            </a:lvl1pPr>
            <a:lvl2pPr marL="100767" indent="0" algn="ctr">
              <a:buNone/>
              <a:defRPr sz="441"/>
            </a:lvl2pPr>
            <a:lvl3pPr marL="201534" indent="0" algn="ctr">
              <a:buNone/>
              <a:defRPr sz="397"/>
            </a:lvl3pPr>
            <a:lvl4pPr marL="302301" indent="0" algn="ctr">
              <a:buNone/>
              <a:defRPr sz="353"/>
            </a:lvl4pPr>
            <a:lvl5pPr marL="403068" indent="0" algn="ctr">
              <a:buNone/>
              <a:defRPr sz="353"/>
            </a:lvl5pPr>
            <a:lvl6pPr marL="503834" indent="0" algn="ctr">
              <a:buNone/>
              <a:defRPr sz="353"/>
            </a:lvl6pPr>
            <a:lvl7pPr marL="604601" indent="0" algn="ctr">
              <a:buNone/>
              <a:defRPr sz="353"/>
            </a:lvl7pPr>
            <a:lvl8pPr marL="705368" indent="0" algn="ctr">
              <a:buNone/>
              <a:defRPr sz="353"/>
            </a:lvl8pPr>
            <a:lvl9pPr marL="806135" indent="0" algn="ctr">
              <a:buNone/>
              <a:defRPr sz="35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74309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9861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3551" y="376776"/>
            <a:ext cx="6365498" cy="628659"/>
          </a:xfrm>
        </p:spPr>
        <p:txBody>
          <a:bodyPr anchor="b"/>
          <a:lstStyle>
            <a:lvl1pPr>
              <a:defRPr sz="13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3551" y="1011382"/>
            <a:ext cx="6365498" cy="330597"/>
          </a:xfrm>
        </p:spPr>
        <p:txBody>
          <a:bodyPr/>
          <a:lstStyle>
            <a:lvl1pPr marL="0" indent="0">
              <a:buNone/>
              <a:defRPr sz="529">
                <a:solidFill>
                  <a:schemeClr val="tx1">
                    <a:tint val="75000"/>
                  </a:schemeClr>
                </a:solidFill>
              </a:defRPr>
            </a:lvl1pPr>
            <a:lvl2pPr marL="100767" indent="0">
              <a:buNone/>
              <a:defRPr sz="441">
                <a:solidFill>
                  <a:schemeClr val="tx1">
                    <a:tint val="75000"/>
                  </a:schemeClr>
                </a:solidFill>
              </a:defRPr>
            </a:lvl2pPr>
            <a:lvl3pPr marL="201534" indent="0">
              <a:buNone/>
              <a:defRPr sz="397">
                <a:solidFill>
                  <a:schemeClr val="tx1">
                    <a:tint val="75000"/>
                  </a:schemeClr>
                </a:solidFill>
              </a:defRPr>
            </a:lvl3pPr>
            <a:lvl4pPr marL="302301" indent="0">
              <a:buNone/>
              <a:defRPr sz="353">
                <a:solidFill>
                  <a:schemeClr val="tx1">
                    <a:tint val="75000"/>
                  </a:schemeClr>
                </a:solidFill>
              </a:defRPr>
            </a:lvl4pPr>
            <a:lvl5pPr marL="403068" indent="0">
              <a:buNone/>
              <a:defRPr sz="353">
                <a:solidFill>
                  <a:schemeClr val="tx1">
                    <a:tint val="75000"/>
                  </a:schemeClr>
                </a:solidFill>
              </a:defRPr>
            </a:lvl5pPr>
            <a:lvl6pPr marL="503834" indent="0">
              <a:buNone/>
              <a:defRPr sz="353">
                <a:solidFill>
                  <a:schemeClr val="tx1">
                    <a:tint val="75000"/>
                  </a:schemeClr>
                </a:solidFill>
              </a:defRPr>
            </a:lvl6pPr>
            <a:lvl7pPr marL="604601" indent="0">
              <a:buNone/>
              <a:defRPr sz="353">
                <a:solidFill>
                  <a:schemeClr val="tx1">
                    <a:tint val="75000"/>
                  </a:schemeClr>
                </a:solidFill>
              </a:defRPr>
            </a:lvl7pPr>
            <a:lvl8pPr marL="705368" indent="0">
              <a:buNone/>
              <a:defRPr sz="353">
                <a:solidFill>
                  <a:schemeClr val="tx1">
                    <a:tint val="75000"/>
                  </a:schemeClr>
                </a:solidFill>
              </a:defRPr>
            </a:lvl8pPr>
            <a:lvl9pPr marL="806135" indent="0">
              <a:buNone/>
              <a:defRPr sz="35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2565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7395" y="402314"/>
            <a:ext cx="3136622" cy="9589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36271" y="402314"/>
            <a:ext cx="3136622" cy="958906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914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80463"/>
            <a:ext cx="6365498" cy="29211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357" y="370478"/>
            <a:ext cx="3122207" cy="181566"/>
          </a:xfrm>
        </p:spPr>
        <p:txBody>
          <a:bodyPr anchor="b"/>
          <a:lstStyle>
            <a:lvl1pPr marL="0" indent="0">
              <a:buNone/>
              <a:defRPr sz="529" b="1"/>
            </a:lvl1pPr>
            <a:lvl2pPr marL="100767" indent="0">
              <a:buNone/>
              <a:defRPr sz="441" b="1"/>
            </a:lvl2pPr>
            <a:lvl3pPr marL="201534" indent="0">
              <a:buNone/>
              <a:defRPr sz="397" b="1"/>
            </a:lvl3pPr>
            <a:lvl4pPr marL="302301" indent="0">
              <a:buNone/>
              <a:defRPr sz="353" b="1"/>
            </a:lvl4pPr>
            <a:lvl5pPr marL="403068" indent="0">
              <a:buNone/>
              <a:defRPr sz="353" b="1"/>
            </a:lvl5pPr>
            <a:lvl6pPr marL="503834" indent="0">
              <a:buNone/>
              <a:defRPr sz="353" b="1"/>
            </a:lvl6pPr>
            <a:lvl7pPr marL="604601" indent="0">
              <a:buNone/>
              <a:defRPr sz="353" b="1"/>
            </a:lvl7pPr>
            <a:lvl8pPr marL="705368" indent="0">
              <a:buNone/>
              <a:defRPr sz="353" b="1"/>
            </a:lvl8pPr>
            <a:lvl9pPr marL="806135" indent="0">
              <a:buNone/>
              <a:defRPr sz="35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357" y="552044"/>
            <a:ext cx="3122207" cy="81197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736271" y="370478"/>
            <a:ext cx="3137584" cy="181566"/>
          </a:xfrm>
        </p:spPr>
        <p:txBody>
          <a:bodyPr anchor="b"/>
          <a:lstStyle>
            <a:lvl1pPr marL="0" indent="0">
              <a:buNone/>
              <a:defRPr sz="529" b="1"/>
            </a:lvl1pPr>
            <a:lvl2pPr marL="100767" indent="0">
              <a:buNone/>
              <a:defRPr sz="441" b="1"/>
            </a:lvl2pPr>
            <a:lvl3pPr marL="201534" indent="0">
              <a:buNone/>
              <a:defRPr sz="397" b="1"/>
            </a:lvl3pPr>
            <a:lvl4pPr marL="302301" indent="0">
              <a:buNone/>
              <a:defRPr sz="353" b="1"/>
            </a:lvl4pPr>
            <a:lvl5pPr marL="403068" indent="0">
              <a:buNone/>
              <a:defRPr sz="353" b="1"/>
            </a:lvl5pPr>
            <a:lvl6pPr marL="503834" indent="0">
              <a:buNone/>
              <a:defRPr sz="353" b="1"/>
            </a:lvl6pPr>
            <a:lvl7pPr marL="604601" indent="0">
              <a:buNone/>
              <a:defRPr sz="353" b="1"/>
            </a:lvl7pPr>
            <a:lvl8pPr marL="705368" indent="0">
              <a:buNone/>
              <a:defRPr sz="353" b="1"/>
            </a:lvl8pPr>
            <a:lvl9pPr marL="806135" indent="0">
              <a:buNone/>
              <a:defRPr sz="353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736271" y="552044"/>
            <a:ext cx="3137584" cy="811974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24735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4445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6944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100753"/>
            <a:ext cx="2380335" cy="352637"/>
          </a:xfrm>
        </p:spPr>
        <p:txBody>
          <a:bodyPr anchor="b"/>
          <a:lstStyle>
            <a:lvl1pPr>
              <a:defRPr sz="7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37584" y="217599"/>
            <a:ext cx="3736271" cy="1074003"/>
          </a:xfrm>
        </p:spPr>
        <p:txBody>
          <a:bodyPr/>
          <a:lstStyle>
            <a:lvl1pPr>
              <a:defRPr sz="705"/>
            </a:lvl1pPr>
            <a:lvl2pPr>
              <a:defRPr sz="617"/>
            </a:lvl2pPr>
            <a:lvl3pPr>
              <a:defRPr sz="529"/>
            </a:lvl3pPr>
            <a:lvl4pPr>
              <a:defRPr sz="441"/>
            </a:lvl4pPr>
            <a:lvl5pPr>
              <a:defRPr sz="441"/>
            </a:lvl5pPr>
            <a:lvl6pPr>
              <a:defRPr sz="441"/>
            </a:lvl6pPr>
            <a:lvl7pPr>
              <a:defRPr sz="441"/>
            </a:lvl7pPr>
            <a:lvl8pPr>
              <a:defRPr sz="441"/>
            </a:lvl8pPr>
            <a:lvl9pPr>
              <a:defRPr sz="441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453390"/>
            <a:ext cx="2380335" cy="839961"/>
          </a:xfrm>
        </p:spPr>
        <p:txBody>
          <a:bodyPr/>
          <a:lstStyle>
            <a:lvl1pPr marL="0" indent="0">
              <a:buNone/>
              <a:defRPr sz="353"/>
            </a:lvl1pPr>
            <a:lvl2pPr marL="100767" indent="0">
              <a:buNone/>
              <a:defRPr sz="309"/>
            </a:lvl2pPr>
            <a:lvl3pPr marL="201534" indent="0">
              <a:buNone/>
              <a:defRPr sz="264"/>
            </a:lvl3pPr>
            <a:lvl4pPr marL="302301" indent="0">
              <a:buNone/>
              <a:defRPr sz="220"/>
            </a:lvl4pPr>
            <a:lvl5pPr marL="403068" indent="0">
              <a:buNone/>
              <a:defRPr sz="220"/>
            </a:lvl5pPr>
            <a:lvl6pPr marL="503834" indent="0">
              <a:buNone/>
              <a:defRPr sz="220"/>
            </a:lvl6pPr>
            <a:lvl7pPr marL="604601" indent="0">
              <a:buNone/>
              <a:defRPr sz="220"/>
            </a:lvl7pPr>
            <a:lvl8pPr marL="705368" indent="0">
              <a:buNone/>
              <a:defRPr sz="220"/>
            </a:lvl8pPr>
            <a:lvl9pPr marL="806135" indent="0">
              <a:buNone/>
              <a:defRPr sz="22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38862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356" y="100753"/>
            <a:ext cx="2380335" cy="352637"/>
          </a:xfrm>
        </p:spPr>
        <p:txBody>
          <a:bodyPr anchor="b"/>
          <a:lstStyle>
            <a:lvl1pPr>
              <a:defRPr sz="70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137584" y="217599"/>
            <a:ext cx="3736271" cy="1074003"/>
          </a:xfrm>
        </p:spPr>
        <p:txBody>
          <a:bodyPr anchor="t"/>
          <a:lstStyle>
            <a:lvl1pPr marL="0" indent="0">
              <a:buNone/>
              <a:defRPr sz="705"/>
            </a:lvl1pPr>
            <a:lvl2pPr marL="100767" indent="0">
              <a:buNone/>
              <a:defRPr sz="617"/>
            </a:lvl2pPr>
            <a:lvl3pPr marL="201534" indent="0">
              <a:buNone/>
              <a:defRPr sz="529"/>
            </a:lvl3pPr>
            <a:lvl4pPr marL="302301" indent="0">
              <a:buNone/>
              <a:defRPr sz="441"/>
            </a:lvl4pPr>
            <a:lvl5pPr marL="403068" indent="0">
              <a:buNone/>
              <a:defRPr sz="441"/>
            </a:lvl5pPr>
            <a:lvl6pPr marL="503834" indent="0">
              <a:buNone/>
              <a:defRPr sz="441"/>
            </a:lvl6pPr>
            <a:lvl7pPr marL="604601" indent="0">
              <a:buNone/>
              <a:defRPr sz="441"/>
            </a:lvl7pPr>
            <a:lvl8pPr marL="705368" indent="0">
              <a:buNone/>
              <a:defRPr sz="441"/>
            </a:lvl8pPr>
            <a:lvl9pPr marL="806135" indent="0">
              <a:buNone/>
              <a:defRPr sz="441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356" y="453390"/>
            <a:ext cx="2380335" cy="839961"/>
          </a:xfrm>
        </p:spPr>
        <p:txBody>
          <a:bodyPr/>
          <a:lstStyle>
            <a:lvl1pPr marL="0" indent="0">
              <a:buNone/>
              <a:defRPr sz="353"/>
            </a:lvl1pPr>
            <a:lvl2pPr marL="100767" indent="0">
              <a:buNone/>
              <a:defRPr sz="309"/>
            </a:lvl2pPr>
            <a:lvl3pPr marL="201534" indent="0">
              <a:buNone/>
              <a:defRPr sz="264"/>
            </a:lvl3pPr>
            <a:lvl4pPr marL="302301" indent="0">
              <a:buNone/>
              <a:defRPr sz="220"/>
            </a:lvl4pPr>
            <a:lvl5pPr marL="403068" indent="0">
              <a:buNone/>
              <a:defRPr sz="220"/>
            </a:lvl5pPr>
            <a:lvl6pPr marL="503834" indent="0">
              <a:buNone/>
              <a:defRPr sz="220"/>
            </a:lvl6pPr>
            <a:lvl7pPr marL="604601" indent="0">
              <a:buNone/>
              <a:defRPr sz="220"/>
            </a:lvl7pPr>
            <a:lvl8pPr marL="705368" indent="0">
              <a:buNone/>
              <a:defRPr sz="220"/>
            </a:lvl8pPr>
            <a:lvl9pPr marL="806135" indent="0">
              <a:buNone/>
              <a:defRPr sz="22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9355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6817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281518" y="80463"/>
            <a:ext cx="1591375" cy="128075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7395" y="80463"/>
            <a:ext cx="4681870" cy="128075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332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7395" y="80463"/>
            <a:ext cx="6365498" cy="29211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7395" y="402314"/>
            <a:ext cx="6365498" cy="9589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7395" y="1400751"/>
            <a:ext cx="1660565" cy="80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0D32CC-42D6-4E9E-8DD7-438BA608F462}" type="datetimeFigureOut">
              <a:rPr lang="en-US" smtClean="0"/>
              <a:t>6/23/2024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444721" y="1400751"/>
            <a:ext cx="2490847" cy="80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212328" y="1400751"/>
            <a:ext cx="1660565" cy="8046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6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016A14-601B-406B-8EFF-FF208EB6AC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18564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7" r:id="rId1"/>
    <p:sldLayoutId id="2147483878" r:id="rId2"/>
    <p:sldLayoutId id="2147483879" r:id="rId3"/>
    <p:sldLayoutId id="2147483880" r:id="rId4"/>
    <p:sldLayoutId id="2147483881" r:id="rId5"/>
    <p:sldLayoutId id="2147483882" r:id="rId6"/>
    <p:sldLayoutId id="2147483883" r:id="rId7"/>
    <p:sldLayoutId id="2147483884" r:id="rId8"/>
    <p:sldLayoutId id="2147483885" r:id="rId9"/>
    <p:sldLayoutId id="2147483886" r:id="rId10"/>
    <p:sldLayoutId id="2147483887" r:id="rId11"/>
  </p:sldLayoutIdLst>
  <p:txStyles>
    <p:titleStyle>
      <a:lvl1pPr algn="l" defTabSz="201534" rtl="0" eaLnBrk="1" latinLnBrk="0" hangingPunct="1">
        <a:lnSpc>
          <a:spcPct val="90000"/>
        </a:lnSpc>
        <a:spcBef>
          <a:spcPct val="0"/>
        </a:spcBef>
        <a:buNone/>
        <a:defRPr sz="97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0383" indent="-50383" algn="l" defTabSz="201534" rtl="0" eaLnBrk="1" latinLnBrk="0" hangingPunct="1">
        <a:lnSpc>
          <a:spcPct val="90000"/>
        </a:lnSpc>
        <a:spcBef>
          <a:spcPts val="220"/>
        </a:spcBef>
        <a:buFont typeface="Arial" panose="020B0604020202020204" pitchFamily="34" charset="0"/>
        <a:buChar char="•"/>
        <a:defRPr sz="617" kern="1200">
          <a:solidFill>
            <a:schemeClr val="tx1"/>
          </a:solidFill>
          <a:latin typeface="+mn-lt"/>
          <a:ea typeface="+mn-ea"/>
          <a:cs typeface="+mn-cs"/>
        </a:defRPr>
      </a:lvl1pPr>
      <a:lvl2pPr marL="151150" indent="-50383" algn="l" defTabSz="201534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529" kern="1200">
          <a:solidFill>
            <a:schemeClr val="tx1"/>
          </a:solidFill>
          <a:latin typeface="+mn-lt"/>
          <a:ea typeface="+mn-ea"/>
          <a:cs typeface="+mn-cs"/>
        </a:defRPr>
      </a:lvl2pPr>
      <a:lvl3pPr marL="251917" indent="-50383" algn="l" defTabSz="201534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441" kern="1200">
          <a:solidFill>
            <a:schemeClr val="tx1"/>
          </a:solidFill>
          <a:latin typeface="+mn-lt"/>
          <a:ea typeface="+mn-ea"/>
          <a:cs typeface="+mn-cs"/>
        </a:defRPr>
      </a:lvl3pPr>
      <a:lvl4pPr marL="352684" indent="-50383" algn="l" defTabSz="201534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4pPr>
      <a:lvl5pPr marL="453451" indent="-50383" algn="l" defTabSz="201534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5pPr>
      <a:lvl6pPr marL="554218" indent="-50383" algn="l" defTabSz="201534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6pPr>
      <a:lvl7pPr marL="654985" indent="-50383" algn="l" defTabSz="201534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7pPr>
      <a:lvl8pPr marL="755752" indent="-50383" algn="l" defTabSz="201534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8pPr>
      <a:lvl9pPr marL="856518" indent="-50383" algn="l" defTabSz="201534" rtl="0" eaLnBrk="1" latinLnBrk="0" hangingPunct="1">
        <a:lnSpc>
          <a:spcPct val="90000"/>
        </a:lnSpc>
        <a:spcBef>
          <a:spcPts val="110"/>
        </a:spcBef>
        <a:buFont typeface="Arial" panose="020B0604020202020204" pitchFamily="34" charset="0"/>
        <a:buChar char="•"/>
        <a:defRPr sz="39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01534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1pPr>
      <a:lvl2pPr marL="100767" algn="l" defTabSz="201534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2pPr>
      <a:lvl3pPr marL="201534" algn="l" defTabSz="201534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3pPr>
      <a:lvl4pPr marL="302301" algn="l" defTabSz="201534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4pPr>
      <a:lvl5pPr marL="403068" algn="l" defTabSz="201534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5pPr>
      <a:lvl6pPr marL="503834" algn="l" defTabSz="201534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6pPr>
      <a:lvl7pPr marL="604601" algn="l" defTabSz="201534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7pPr>
      <a:lvl8pPr marL="705368" algn="l" defTabSz="201534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8pPr>
      <a:lvl9pPr marL="806135" algn="l" defTabSz="201534" rtl="0" eaLnBrk="1" latinLnBrk="0" hangingPunct="1">
        <a:defRPr sz="39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8386B5CA-CF97-4DE7-94D1-1A0960A911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4041"/>
          <a:stretch/>
        </p:blipFill>
        <p:spPr>
          <a:xfrm>
            <a:off x="0" y="4302"/>
            <a:ext cx="7380288" cy="138934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A641A5F-E3F5-43C5-8021-A68082EF9BB8}"/>
              </a:ext>
            </a:extLst>
          </p:cNvPr>
          <p:cNvSpPr txBox="1"/>
          <p:nvPr/>
        </p:nvSpPr>
        <p:spPr>
          <a:xfrm>
            <a:off x="0" y="1345020"/>
            <a:ext cx="2438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2852D4-779F-47FF-B0EE-0556DB8A6414}"/>
              </a:ext>
            </a:extLst>
          </p:cNvPr>
          <p:cNvSpPr txBox="1"/>
          <p:nvPr/>
        </p:nvSpPr>
        <p:spPr>
          <a:xfrm>
            <a:off x="2438400" y="1345020"/>
            <a:ext cx="2438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146E148-736C-46C5-9698-0ECF64B5FA30}"/>
              </a:ext>
            </a:extLst>
          </p:cNvPr>
          <p:cNvSpPr txBox="1"/>
          <p:nvPr/>
        </p:nvSpPr>
        <p:spPr>
          <a:xfrm>
            <a:off x="4909344" y="1345020"/>
            <a:ext cx="2438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</a:t>
            </a:r>
          </a:p>
        </p:txBody>
      </p:sp>
    </p:spTree>
    <p:extLst>
      <p:ext uri="{BB962C8B-B14F-4D97-AF65-F5344CB8AC3E}">
        <p14:creationId xmlns:p14="http://schemas.microsoft.com/office/powerpoint/2010/main" val="9879312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9</Words>
  <Application>Microsoft Office PowerPoint</Application>
  <PresentationFormat>Custom</PresentationFormat>
  <Paragraphs>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Sher Hazan</dc:creator>
  <cp:lastModifiedBy>Sher Hazan</cp:lastModifiedBy>
  <cp:revision>30</cp:revision>
  <dcterms:created xsi:type="dcterms:W3CDTF">2024-05-28T14:05:53Z</dcterms:created>
  <dcterms:modified xsi:type="dcterms:W3CDTF">2024-06-23T12:17:31Z</dcterms:modified>
</cp:coreProperties>
</file>