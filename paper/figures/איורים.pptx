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258" r:id="rId3"/>
    <p:sldId id="259" r:id="rId4"/>
    <p:sldId id="260" r:id="rId5"/>
    <p:sldId id="262" r:id="rId6"/>
    <p:sldId id="273" r:id="rId7"/>
    <p:sldId id="274" r:id="rId8"/>
  </p:sldIdLst>
  <p:sldSz cx="7380288" cy="5795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64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14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3522" y="948553"/>
            <a:ext cx="6273245" cy="2017854"/>
          </a:xfrm>
        </p:spPr>
        <p:txBody>
          <a:bodyPr anchor="b"/>
          <a:lstStyle>
            <a:lvl1pPr algn="ctr"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3044223"/>
            <a:ext cx="5535216" cy="1399349"/>
          </a:xfrm>
        </p:spPr>
        <p:txBody>
          <a:bodyPr/>
          <a:lstStyle>
            <a:lvl1pPr marL="0" indent="0" algn="ctr">
              <a:buNone/>
              <a:defRPr sz="1937"/>
            </a:lvl1pPr>
            <a:lvl2pPr marL="369006" indent="0" algn="ctr">
              <a:buNone/>
              <a:defRPr sz="1614"/>
            </a:lvl2pPr>
            <a:lvl3pPr marL="738012" indent="0" algn="ctr">
              <a:buNone/>
              <a:defRPr sz="1453"/>
            </a:lvl3pPr>
            <a:lvl4pPr marL="1107018" indent="0" algn="ctr">
              <a:buNone/>
              <a:defRPr sz="1291"/>
            </a:lvl4pPr>
            <a:lvl5pPr marL="1476024" indent="0" algn="ctr">
              <a:buNone/>
              <a:defRPr sz="1291"/>
            </a:lvl5pPr>
            <a:lvl6pPr marL="1845031" indent="0" algn="ctr">
              <a:buNone/>
              <a:defRPr sz="1291"/>
            </a:lvl6pPr>
            <a:lvl7pPr marL="2214037" indent="0" algn="ctr">
              <a:buNone/>
              <a:defRPr sz="1291"/>
            </a:lvl7pPr>
            <a:lvl8pPr marL="2583043" indent="0" algn="ctr">
              <a:buNone/>
              <a:defRPr sz="1291"/>
            </a:lvl8pPr>
            <a:lvl9pPr marL="2952049" indent="0" algn="ctr">
              <a:buNone/>
              <a:defRPr sz="129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43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63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2" y="1444968"/>
            <a:ext cx="6365498" cy="2410959"/>
          </a:xfrm>
        </p:spPr>
        <p:txBody>
          <a:bodyPr anchor="b"/>
          <a:lstStyle>
            <a:lvl1pPr>
              <a:defRPr sz="484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2" y="3878736"/>
            <a:ext cx="6365498" cy="1267866"/>
          </a:xfrm>
        </p:spPr>
        <p:txBody>
          <a:bodyPr/>
          <a:lstStyle>
            <a:lvl1pPr marL="0" indent="0">
              <a:buNone/>
              <a:defRPr sz="1937">
                <a:solidFill>
                  <a:schemeClr val="tx1"/>
                </a:solidFill>
              </a:defRPr>
            </a:lvl1pPr>
            <a:lvl2pPr marL="369006" indent="0">
              <a:buNone/>
              <a:defRPr sz="1614">
                <a:solidFill>
                  <a:schemeClr val="tx1">
                    <a:tint val="75000"/>
                  </a:schemeClr>
                </a:solidFill>
              </a:defRPr>
            </a:lvl2pPr>
            <a:lvl3pPr marL="738012" indent="0">
              <a:buNone/>
              <a:defRPr sz="1453">
                <a:solidFill>
                  <a:schemeClr val="tx1">
                    <a:tint val="75000"/>
                  </a:schemeClr>
                </a:solidFill>
              </a:defRPr>
            </a:lvl3pPr>
            <a:lvl4pPr marL="1107018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4pPr>
            <a:lvl5pPr marL="1476024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5pPr>
            <a:lvl6pPr marL="1845031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6pPr>
            <a:lvl7pPr marL="2214037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7pPr>
            <a:lvl8pPr marL="2583043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8pPr>
            <a:lvl9pPr marL="2952049" indent="0">
              <a:buNone/>
              <a:defRPr sz="12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03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1542907"/>
            <a:ext cx="3136622" cy="36774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1542907"/>
            <a:ext cx="3136622" cy="36774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81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08583"/>
            <a:ext cx="6365498" cy="1120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1420816"/>
            <a:ext cx="3122207" cy="696320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2117136"/>
            <a:ext cx="3122207" cy="31139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1420816"/>
            <a:ext cx="3137584" cy="696320"/>
          </a:xfrm>
        </p:spPr>
        <p:txBody>
          <a:bodyPr anchor="b"/>
          <a:lstStyle>
            <a:lvl1pPr marL="0" indent="0">
              <a:buNone/>
              <a:defRPr sz="1937" b="1"/>
            </a:lvl1pPr>
            <a:lvl2pPr marL="369006" indent="0">
              <a:buNone/>
              <a:defRPr sz="1614" b="1"/>
            </a:lvl2pPr>
            <a:lvl3pPr marL="738012" indent="0">
              <a:buNone/>
              <a:defRPr sz="1453" b="1"/>
            </a:lvl3pPr>
            <a:lvl4pPr marL="1107018" indent="0">
              <a:buNone/>
              <a:defRPr sz="1291" b="1"/>
            </a:lvl4pPr>
            <a:lvl5pPr marL="1476024" indent="0">
              <a:buNone/>
              <a:defRPr sz="1291" b="1"/>
            </a:lvl5pPr>
            <a:lvl6pPr marL="1845031" indent="0">
              <a:buNone/>
              <a:defRPr sz="1291" b="1"/>
            </a:lvl6pPr>
            <a:lvl7pPr marL="2214037" indent="0">
              <a:buNone/>
              <a:defRPr sz="1291" b="1"/>
            </a:lvl7pPr>
            <a:lvl8pPr marL="2583043" indent="0">
              <a:buNone/>
              <a:defRPr sz="1291" b="1"/>
            </a:lvl8pPr>
            <a:lvl9pPr marL="2952049" indent="0">
              <a:buNone/>
              <a:defRPr sz="1291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2117136"/>
            <a:ext cx="3137584" cy="31139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1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77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0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86398"/>
            <a:ext cx="2380335" cy="1352391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834513"/>
            <a:ext cx="3736271" cy="4118890"/>
          </a:xfrm>
        </p:spPr>
        <p:txBody>
          <a:bodyPr/>
          <a:lstStyle>
            <a:lvl1pPr>
              <a:defRPr sz="2583"/>
            </a:lvl1pPr>
            <a:lvl2pPr>
              <a:defRPr sz="2260"/>
            </a:lvl2pPr>
            <a:lvl3pPr>
              <a:defRPr sz="1937"/>
            </a:lvl3pPr>
            <a:lvl4pPr>
              <a:defRPr sz="1614"/>
            </a:lvl4pPr>
            <a:lvl5pPr>
              <a:defRPr sz="1614"/>
            </a:lvl5pPr>
            <a:lvl6pPr>
              <a:defRPr sz="1614"/>
            </a:lvl6pPr>
            <a:lvl7pPr>
              <a:defRPr sz="1614"/>
            </a:lvl7pPr>
            <a:lvl8pPr>
              <a:defRPr sz="1614"/>
            </a:lvl8pPr>
            <a:lvl9pPr>
              <a:defRPr sz="1614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738789"/>
            <a:ext cx="2380335" cy="3221322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4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386398"/>
            <a:ext cx="2380335" cy="1352391"/>
          </a:xfrm>
        </p:spPr>
        <p:txBody>
          <a:bodyPr anchor="b"/>
          <a:lstStyle>
            <a:lvl1pPr>
              <a:defRPr sz="2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834513"/>
            <a:ext cx="3736271" cy="4118890"/>
          </a:xfrm>
        </p:spPr>
        <p:txBody>
          <a:bodyPr anchor="t"/>
          <a:lstStyle>
            <a:lvl1pPr marL="0" indent="0">
              <a:buNone/>
              <a:defRPr sz="2583"/>
            </a:lvl1pPr>
            <a:lvl2pPr marL="369006" indent="0">
              <a:buNone/>
              <a:defRPr sz="2260"/>
            </a:lvl2pPr>
            <a:lvl3pPr marL="738012" indent="0">
              <a:buNone/>
              <a:defRPr sz="1937"/>
            </a:lvl3pPr>
            <a:lvl4pPr marL="1107018" indent="0">
              <a:buNone/>
              <a:defRPr sz="1614"/>
            </a:lvl4pPr>
            <a:lvl5pPr marL="1476024" indent="0">
              <a:buNone/>
              <a:defRPr sz="1614"/>
            </a:lvl5pPr>
            <a:lvl6pPr marL="1845031" indent="0">
              <a:buNone/>
              <a:defRPr sz="1614"/>
            </a:lvl6pPr>
            <a:lvl7pPr marL="2214037" indent="0">
              <a:buNone/>
              <a:defRPr sz="1614"/>
            </a:lvl7pPr>
            <a:lvl8pPr marL="2583043" indent="0">
              <a:buNone/>
              <a:defRPr sz="1614"/>
            </a:lvl8pPr>
            <a:lvl9pPr marL="2952049" indent="0">
              <a:buNone/>
              <a:defRPr sz="161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1738789"/>
            <a:ext cx="2380335" cy="3221322"/>
          </a:xfrm>
        </p:spPr>
        <p:txBody>
          <a:bodyPr/>
          <a:lstStyle>
            <a:lvl1pPr marL="0" indent="0">
              <a:buNone/>
              <a:defRPr sz="1291"/>
            </a:lvl1pPr>
            <a:lvl2pPr marL="369006" indent="0">
              <a:buNone/>
              <a:defRPr sz="1130"/>
            </a:lvl2pPr>
            <a:lvl3pPr marL="738012" indent="0">
              <a:buNone/>
              <a:defRPr sz="969"/>
            </a:lvl3pPr>
            <a:lvl4pPr marL="1107018" indent="0">
              <a:buNone/>
              <a:defRPr sz="807"/>
            </a:lvl4pPr>
            <a:lvl5pPr marL="1476024" indent="0">
              <a:buNone/>
              <a:defRPr sz="807"/>
            </a:lvl5pPr>
            <a:lvl6pPr marL="1845031" indent="0">
              <a:buNone/>
              <a:defRPr sz="807"/>
            </a:lvl6pPr>
            <a:lvl7pPr marL="2214037" indent="0">
              <a:buNone/>
              <a:defRPr sz="807"/>
            </a:lvl7pPr>
            <a:lvl8pPr marL="2583043" indent="0">
              <a:buNone/>
              <a:defRPr sz="807"/>
            </a:lvl8pPr>
            <a:lvl9pPr marL="2952049" indent="0">
              <a:buNone/>
              <a:defRPr sz="807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43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00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9" y="308581"/>
            <a:ext cx="1591375" cy="49118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308581"/>
            <a:ext cx="4681870" cy="491181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34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308583"/>
            <a:ext cx="6365498" cy="1120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1542907"/>
            <a:ext cx="6365498" cy="3677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5372000"/>
            <a:ext cx="1660565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5372000"/>
            <a:ext cx="2490847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5372000"/>
            <a:ext cx="1660565" cy="3085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47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738012" rtl="0" eaLnBrk="1" latinLnBrk="0" hangingPunct="1">
        <a:lnSpc>
          <a:spcPct val="90000"/>
        </a:lnSpc>
        <a:spcBef>
          <a:spcPct val="0"/>
        </a:spcBef>
        <a:buNone/>
        <a:defRPr sz="35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4503" indent="-184503" algn="l" defTabSz="738012" rtl="0" eaLnBrk="1" latinLnBrk="0" hangingPunct="1">
        <a:lnSpc>
          <a:spcPct val="90000"/>
        </a:lnSpc>
        <a:spcBef>
          <a:spcPts val="807"/>
        </a:spcBef>
        <a:buFont typeface="Arial" panose="020B0604020202020204" pitchFamily="34" charset="0"/>
        <a:buChar char="•"/>
        <a:defRPr sz="2260" kern="1200">
          <a:solidFill>
            <a:schemeClr val="tx1"/>
          </a:solidFill>
          <a:latin typeface="+mn-lt"/>
          <a:ea typeface="+mn-ea"/>
          <a:cs typeface="+mn-cs"/>
        </a:defRPr>
      </a:lvl1pPr>
      <a:lvl2pPr marL="553509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937" kern="1200">
          <a:solidFill>
            <a:schemeClr val="tx1"/>
          </a:solidFill>
          <a:latin typeface="+mn-lt"/>
          <a:ea typeface="+mn-ea"/>
          <a:cs typeface="+mn-cs"/>
        </a:defRPr>
      </a:lvl2pPr>
      <a:lvl3pPr marL="922515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614" kern="1200">
          <a:solidFill>
            <a:schemeClr val="tx1"/>
          </a:solidFill>
          <a:latin typeface="+mn-lt"/>
          <a:ea typeface="+mn-ea"/>
          <a:cs typeface="+mn-cs"/>
        </a:defRPr>
      </a:lvl3pPr>
      <a:lvl4pPr marL="1291521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660528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2029534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398540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767546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3136552" indent="-184503" algn="l" defTabSz="738012" rtl="0" eaLnBrk="1" latinLnBrk="0" hangingPunct="1">
        <a:lnSpc>
          <a:spcPct val="90000"/>
        </a:lnSpc>
        <a:spcBef>
          <a:spcPts val="404"/>
        </a:spcBef>
        <a:buFont typeface="Arial" panose="020B0604020202020204" pitchFamily="34" charset="0"/>
        <a:buChar char="•"/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1pPr>
      <a:lvl2pPr marL="369006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2pPr>
      <a:lvl3pPr marL="738012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3pPr>
      <a:lvl4pPr marL="1107018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4pPr>
      <a:lvl5pPr marL="1476024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5pPr>
      <a:lvl6pPr marL="1845031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6pPr>
      <a:lvl7pPr marL="2214037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7pPr>
      <a:lvl8pPr marL="2583043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8pPr>
      <a:lvl9pPr marL="2952049" algn="l" defTabSz="738012" rtl="0" eaLnBrk="1" latinLnBrk="0" hangingPunct="1">
        <a:defRPr sz="1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44088C25-B277-4854-A5C2-E810E6647147}"/>
              </a:ext>
            </a:extLst>
          </p:cNvPr>
          <p:cNvSpPr/>
          <p:nvPr/>
        </p:nvSpPr>
        <p:spPr>
          <a:xfrm>
            <a:off x="39757" y="1289928"/>
            <a:ext cx="7305260" cy="448413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765782DF-D20A-4F80-A2AD-004CF68261E0}"/>
              </a:ext>
            </a:extLst>
          </p:cNvPr>
          <p:cNvSpPr txBox="1"/>
          <p:nvPr/>
        </p:nvSpPr>
        <p:spPr>
          <a:xfrm>
            <a:off x="354009" y="1307295"/>
            <a:ext cx="229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PIH insertion process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A91F0F75-773D-448C-A71D-0EE6EDEE6E7B}"/>
              </a:ext>
            </a:extLst>
          </p:cNvPr>
          <p:cNvSpPr/>
          <p:nvPr/>
        </p:nvSpPr>
        <p:spPr>
          <a:xfrm>
            <a:off x="600580" y="4435775"/>
            <a:ext cx="1476388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5ABC7F27-DC65-4C5D-9C08-2AA2DA1D16F4}"/>
              </a:ext>
            </a:extLst>
          </p:cNvPr>
          <p:cNvSpPr/>
          <p:nvPr/>
        </p:nvSpPr>
        <p:spPr>
          <a:xfrm>
            <a:off x="575501" y="3095070"/>
            <a:ext cx="1526547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improvement</a:t>
            </a:r>
          </a:p>
        </p:txBody>
      </p: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D6A270D2-6C02-429F-8F86-864C0F45A87E}"/>
              </a:ext>
            </a:extLst>
          </p:cNvPr>
          <p:cNvCxnSpPr>
            <a:cxnSpLocks/>
            <a:stCxn id="212" idx="1"/>
            <a:endCxn id="217" idx="1"/>
          </p:cNvCxnSpPr>
          <p:nvPr/>
        </p:nvCxnSpPr>
        <p:spPr>
          <a:xfrm rot="10800000" flipH="1">
            <a:off x="575500" y="427865"/>
            <a:ext cx="2186077" cy="3120743"/>
          </a:xfrm>
          <a:prstGeom prst="bentConnector3">
            <a:avLst>
              <a:gd name="adj1" fmla="val -10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: Elbow 213">
            <a:extLst>
              <a:ext uri="{FF2B5EF4-FFF2-40B4-BE49-F238E27FC236}">
                <a16:creationId xmlns:a16="http://schemas.microsoft.com/office/drawing/2014/main" id="{E62C3CC8-F9FE-4A83-B1C6-836F842E3EAE}"/>
              </a:ext>
            </a:extLst>
          </p:cNvPr>
          <p:cNvCxnSpPr>
            <a:cxnSpLocks/>
            <a:stCxn id="217" idx="3"/>
            <a:endCxn id="218" idx="3"/>
          </p:cNvCxnSpPr>
          <p:nvPr/>
        </p:nvCxnSpPr>
        <p:spPr>
          <a:xfrm>
            <a:off x="4618709" y="427864"/>
            <a:ext cx="1729241" cy="3791095"/>
          </a:xfrm>
          <a:prstGeom prst="bentConnector3">
            <a:avLst>
              <a:gd name="adj1" fmla="val 1400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5BE592-CA81-4302-9E79-3CACF705087A}"/>
                  </a:ext>
                </a:extLst>
              </p:cNvPr>
              <p:cNvSpPr txBox="1"/>
              <p:nvPr/>
            </p:nvSpPr>
            <p:spPr>
              <a:xfrm>
                <a:off x="4978652" y="101640"/>
                <a:ext cx="1452346" cy="313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radius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CB5BE592-CA81-4302-9E79-3CACF7050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652" y="101640"/>
                <a:ext cx="1452346" cy="313612"/>
              </a:xfrm>
              <a:prstGeom prst="rect">
                <a:avLst/>
              </a:prstGeom>
              <a:blipFill>
                <a:blip r:embed="rId2"/>
                <a:stretch>
                  <a:fillRect t="-1961" r="-10924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7" name="Rectangle 216">
            <a:extLst>
              <a:ext uri="{FF2B5EF4-FFF2-40B4-BE49-F238E27FC236}">
                <a16:creationId xmlns:a16="http://schemas.microsoft.com/office/drawing/2014/main" id="{8606DBC3-76C4-4B0F-8675-D7E2D63EFDAD}"/>
              </a:ext>
            </a:extLst>
          </p:cNvPr>
          <p:cNvSpPr/>
          <p:nvPr/>
        </p:nvSpPr>
        <p:spPr>
          <a:xfrm>
            <a:off x="2761578" y="25400"/>
            <a:ext cx="1857131" cy="80492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vision sensor</a:t>
            </a: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015C1B3-2927-48E1-B51B-E972161EF2BE}"/>
              </a:ext>
            </a:extLst>
          </p:cNvPr>
          <p:cNvSpPr/>
          <p:nvPr/>
        </p:nvSpPr>
        <p:spPr>
          <a:xfrm>
            <a:off x="5277932" y="3683950"/>
            <a:ext cx="1070018" cy="1070018"/>
          </a:xfrm>
          <a:prstGeom prst="diamond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47F9FA0D-FCE0-40AC-BF64-5C485E4F0B77}"/>
              </a:ext>
            </a:extLst>
          </p:cNvPr>
          <p:cNvSpPr txBox="1"/>
          <p:nvPr/>
        </p:nvSpPr>
        <p:spPr>
          <a:xfrm>
            <a:off x="5257058" y="4049682"/>
            <a:ext cx="1061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</a:p>
        </p:txBody>
      </p:sp>
      <p:cxnSp>
        <p:nvCxnSpPr>
          <p:cNvPr id="220" name="Connector: Elbow 219">
            <a:extLst>
              <a:ext uri="{FF2B5EF4-FFF2-40B4-BE49-F238E27FC236}">
                <a16:creationId xmlns:a16="http://schemas.microsoft.com/office/drawing/2014/main" id="{9504E58B-11D0-4E53-A017-73EFF46EB05E}"/>
              </a:ext>
            </a:extLst>
          </p:cNvPr>
          <p:cNvCxnSpPr>
            <a:cxnSpLocks/>
            <a:stCxn id="218" idx="0"/>
            <a:endCxn id="212" idx="3"/>
          </p:cNvCxnSpPr>
          <p:nvPr/>
        </p:nvCxnSpPr>
        <p:spPr>
          <a:xfrm rot="16200000" flipV="1">
            <a:off x="3889824" y="1760832"/>
            <a:ext cx="135343" cy="371089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: Elbow 220">
            <a:extLst>
              <a:ext uri="{FF2B5EF4-FFF2-40B4-BE49-F238E27FC236}">
                <a16:creationId xmlns:a16="http://schemas.microsoft.com/office/drawing/2014/main" id="{1B190216-AD09-400D-AF7A-4DDF8C2CA939}"/>
              </a:ext>
            </a:extLst>
          </p:cNvPr>
          <p:cNvCxnSpPr>
            <a:cxnSpLocks/>
            <a:stCxn id="218" idx="2"/>
            <a:endCxn id="211" idx="3"/>
          </p:cNvCxnSpPr>
          <p:nvPr/>
        </p:nvCxnSpPr>
        <p:spPr>
          <a:xfrm rot="5400000">
            <a:off x="3877283" y="2953654"/>
            <a:ext cx="135344" cy="373597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AA749A8-9ABF-4D48-824A-A2F9917CCBA0}"/>
                  </a:ext>
                </a:extLst>
              </p:cNvPr>
              <p:cNvSpPr txBox="1"/>
              <p:nvPr/>
            </p:nvSpPr>
            <p:spPr>
              <a:xfrm>
                <a:off x="3064917" y="3396502"/>
                <a:ext cx="1250146" cy="3136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  <m:r>
                      <a:rPr lang="en-US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</a:t>
                </a:r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9AA749A8-9ABF-4D48-824A-A2F9917CC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917" y="3396502"/>
                <a:ext cx="1250146" cy="313612"/>
              </a:xfrm>
              <a:prstGeom prst="rect">
                <a:avLst/>
              </a:prstGeom>
              <a:blipFill>
                <a:blip r:embed="rId3"/>
                <a:stretch>
                  <a:fillRect t="-1923" r="-48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461AEEC-5664-48F8-9CA3-AE35E3033AB9}"/>
                  </a:ext>
                </a:extLst>
              </p:cNvPr>
              <p:cNvSpPr txBox="1"/>
              <p:nvPr/>
            </p:nvSpPr>
            <p:spPr>
              <a:xfrm>
                <a:off x="3064917" y="4737977"/>
                <a:ext cx="1250146" cy="31361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  <m:r>
                      <a:rPr lang="en-US" sz="14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Threshold</a:t>
                </a:r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461AEEC-5664-48F8-9CA3-AE35E3033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917" y="4737977"/>
                <a:ext cx="1250146" cy="313612"/>
              </a:xfrm>
              <a:prstGeom prst="rect">
                <a:avLst/>
              </a:prstGeom>
              <a:blipFill>
                <a:blip r:embed="rId4"/>
                <a:stretch>
                  <a:fillRect t="-1923" r="-48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Rectangle 223">
            <a:extLst>
              <a:ext uri="{FF2B5EF4-FFF2-40B4-BE49-F238E27FC236}">
                <a16:creationId xmlns:a16="http://schemas.microsoft.com/office/drawing/2014/main" id="{224C02B1-592B-4BD7-802C-DB2512198998}"/>
              </a:ext>
            </a:extLst>
          </p:cNvPr>
          <p:cNvSpPr/>
          <p:nvPr/>
        </p:nvSpPr>
        <p:spPr>
          <a:xfrm>
            <a:off x="5278242" y="1748529"/>
            <a:ext cx="1526547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F/T sensor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89E07B0-1DD1-4ABD-AE6A-9B7537C8CF50}"/>
                  </a:ext>
                </a:extLst>
              </p:cNvPr>
              <p:cNvSpPr txBox="1"/>
              <p:nvPr/>
            </p:nvSpPr>
            <p:spPr>
              <a:xfrm>
                <a:off x="3688465" y="1712455"/>
                <a:ext cx="158946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89E07B0-1DD1-4ABD-AE6A-9B7537C8C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465" y="1712455"/>
                <a:ext cx="1589468" cy="523220"/>
              </a:xfrm>
              <a:prstGeom prst="rect">
                <a:avLst/>
              </a:prstGeom>
              <a:blipFill>
                <a:blip r:embed="rId5"/>
                <a:stretch>
                  <a:fillRect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808E9F42-BF14-40F1-91D9-3410AC362EB7}"/>
              </a:ext>
            </a:extLst>
          </p:cNvPr>
          <p:cNvSpPr/>
          <p:nvPr/>
        </p:nvSpPr>
        <p:spPr>
          <a:xfrm>
            <a:off x="3524173" y="2036096"/>
            <a:ext cx="331939" cy="331939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2642DE-C0C3-4156-956A-7CD382A21DF1}"/>
              </a:ext>
            </a:extLst>
          </p:cNvPr>
          <p:cNvCxnSpPr>
            <a:stCxn id="224" idx="1"/>
            <a:endCxn id="5" idx="6"/>
          </p:cNvCxnSpPr>
          <p:nvPr/>
        </p:nvCxnSpPr>
        <p:spPr>
          <a:xfrm flipH="1">
            <a:off x="3856112" y="2202066"/>
            <a:ext cx="142213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D0DBA7-19F0-4F1F-A507-504D96715628}"/>
              </a:ext>
            </a:extLst>
          </p:cNvPr>
          <p:cNvCxnSpPr>
            <a:stCxn id="217" idx="2"/>
            <a:endCxn id="5" idx="0"/>
          </p:cNvCxnSpPr>
          <p:nvPr/>
        </p:nvCxnSpPr>
        <p:spPr>
          <a:xfrm flipH="1">
            <a:off x="3690143" y="830327"/>
            <a:ext cx="1" cy="12057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4B09A279-4314-4504-83C4-7F1692407E84}"/>
                  </a:ext>
                </a:extLst>
              </p:cNvPr>
              <p:cNvSpPr txBox="1"/>
              <p:nvPr/>
            </p:nvSpPr>
            <p:spPr>
              <a:xfrm>
                <a:off x="2963970" y="1310376"/>
                <a:ext cx="1452346" cy="31688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angle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4B09A279-4314-4504-83C4-7F169240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70" y="1310376"/>
                <a:ext cx="1452346" cy="316882"/>
              </a:xfrm>
              <a:prstGeom prst="rect">
                <a:avLst/>
              </a:prstGeom>
              <a:blipFill>
                <a:blip r:embed="rId6"/>
                <a:stretch>
                  <a:fillRect t="-1923" r="-9664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F9114C67-B876-4527-AAC7-7DBF91AACF6A}"/>
              </a:ext>
            </a:extLst>
          </p:cNvPr>
          <p:cNvCxnSpPr>
            <a:stCxn id="5" idx="2"/>
            <a:endCxn id="212" idx="0"/>
          </p:cNvCxnSpPr>
          <p:nvPr/>
        </p:nvCxnSpPr>
        <p:spPr>
          <a:xfrm rot="10800000" flipV="1">
            <a:off x="1338775" y="2202066"/>
            <a:ext cx="2185398" cy="89300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A7170A-AFD9-45E0-B52A-6E31A71404EC}"/>
                  </a:ext>
                </a:extLst>
              </p:cNvPr>
              <p:cNvSpPr txBox="1"/>
              <p:nvPr/>
            </p:nvSpPr>
            <p:spPr>
              <a:xfrm>
                <a:off x="1338467" y="1704643"/>
                <a:ext cx="2349685" cy="81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</m:sSub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Virtual friction force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A7170A-AFD9-45E0-B52A-6E31A7140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467" y="1704643"/>
                <a:ext cx="2349685" cy="813877"/>
              </a:xfrm>
              <a:prstGeom prst="rect">
                <a:avLst/>
              </a:prstGeom>
              <a:blipFill>
                <a:blip r:embed="rId7"/>
                <a:stretch>
                  <a:fillRect t="-1504" b="-6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4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25E964-06CF-4F07-BFC5-726E517BF422}"/>
              </a:ext>
            </a:extLst>
          </p:cNvPr>
          <p:cNvSpPr/>
          <p:nvPr/>
        </p:nvSpPr>
        <p:spPr>
          <a:xfrm>
            <a:off x="17707" y="1084138"/>
            <a:ext cx="7337181" cy="176701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3AB5D0-345F-4AE1-B779-E61E8D59306C}"/>
              </a:ext>
            </a:extLst>
          </p:cNvPr>
          <p:cNvSpPr txBox="1"/>
          <p:nvPr/>
        </p:nvSpPr>
        <p:spPr>
          <a:xfrm>
            <a:off x="17707" y="1080475"/>
            <a:ext cx="1646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 sensor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7227B-8AF6-403B-9DE4-C8A56FB950E2}"/>
              </a:ext>
            </a:extLst>
          </p:cNvPr>
          <p:cNvSpPr/>
          <p:nvPr/>
        </p:nvSpPr>
        <p:spPr>
          <a:xfrm>
            <a:off x="2948103" y="1514107"/>
            <a:ext cx="1476388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503670-2D06-4CFC-ADC1-8DCF91EF4CD9}"/>
              </a:ext>
            </a:extLst>
          </p:cNvPr>
          <p:cNvSpPr txBox="1"/>
          <p:nvPr/>
        </p:nvSpPr>
        <p:spPr>
          <a:xfrm>
            <a:off x="2894854" y="1668247"/>
            <a:ext cx="158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81EF84-E4F8-44CE-B2DA-21EB2454891D}"/>
              </a:ext>
            </a:extLst>
          </p:cNvPr>
          <p:cNvSpPr/>
          <p:nvPr/>
        </p:nvSpPr>
        <p:spPr>
          <a:xfrm>
            <a:off x="341557" y="1514107"/>
            <a:ext cx="1526547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Capturing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 scene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058F3A-3BB3-48D6-BAB7-AF8D86A6299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1868104" y="1967644"/>
            <a:ext cx="1079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9EDB318-6152-43A9-8A29-9EC9E8921496}"/>
              </a:ext>
            </a:extLst>
          </p:cNvPr>
          <p:cNvSpPr txBox="1"/>
          <p:nvPr/>
        </p:nvSpPr>
        <p:spPr>
          <a:xfrm>
            <a:off x="1864728" y="1671504"/>
            <a:ext cx="1086750" cy="592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image</a:t>
            </a:r>
          </a:p>
          <a:p>
            <a:pPr algn="ctr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D259E8-42B1-4AA4-8BE4-EC9F70A310A8}"/>
              </a:ext>
            </a:extLst>
          </p:cNvPr>
          <p:cNvSpPr/>
          <p:nvPr/>
        </p:nvSpPr>
        <p:spPr>
          <a:xfrm>
            <a:off x="5504490" y="1514107"/>
            <a:ext cx="1529638" cy="907073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4E3C36-5B9A-4986-B0B7-C4FDA910EC3F}"/>
              </a:ext>
            </a:extLst>
          </p:cNvPr>
          <p:cNvSpPr txBox="1"/>
          <p:nvPr/>
        </p:nvSpPr>
        <p:spPr>
          <a:xfrm>
            <a:off x="5477865" y="1668247"/>
            <a:ext cx="15828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FA1B273-9E37-499F-A779-A41917A0AB0E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424491" y="1967644"/>
            <a:ext cx="10799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B72446-7967-497F-850C-32FF1D839134}"/>
              </a:ext>
            </a:extLst>
          </p:cNvPr>
          <p:cNvCxnSpPr>
            <a:cxnSpLocks/>
            <a:stCxn id="15" idx="4"/>
            <a:endCxn id="6" idx="0"/>
          </p:cNvCxnSpPr>
          <p:nvPr/>
        </p:nvCxnSpPr>
        <p:spPr>
          <a:xfrm flipH="1">
            <a:off x="3686297" y="810951"/>
            <a:ext cx="3847" cy="7031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EB482029-3165-40F3-80D0-59D94F7B74E6}"/>
              </a:ext>
            </a:extLst>
          </p:cNvPr>
          <p:cNvSpPr/>
          <p:nvPr/>
        </p:nvSpPr>
        <p:spPr>
          <a:xfrm>
            <a:off x="3311661" y="53986"/>
            <a:ext cx="756965" cy="756965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63037A-261C-436C-A2E4-242BAA23AF04}"/>
              </a:ext>
            </a:extLst>
          </p:cNvPr>
          <p:cNvSpPr txBox="1"/>
          <p:nvPr/>
        </p:nvSpPr>
        <p:spPr>
          <a:xfrm>
            <a:off x="3201559" y="140081"/>
            <a:ext cx="969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85D309-1131-4E5B-8DB1-92A4E32D8021}"/>
              </a:ext>
            </a:extLst>
          </p:cNvPr>
          <p:cNvSpPr/>
          <p:nvPr/>
        </p:nvSpPr>
        <p:spPr>
          <a:xfrm>
            <a:off x="2754557" y="3627373"/>
            <a:ext cx="1857131" cy="80492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PIH insertion process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85045A4-A9B7-4407-A38F-D3DB7611FBF0}"/>
              </a:ext>
            </a:extLst>
          </p:cNvPr>
          <p:cNvCxnSpPr>
            <a:cxnSpLocks/>
            <a:stCxn id="17" idx="1"/>
            <a:endCxn id="8" idx="2"/>
          </p:cNvCxnSpPr>
          <p:nvPr/>
        </p:nvCxnSpPr>
        <p:spPr>
          <a:xfrm rot="10800000">
            <a:off x="1104831" y="2421181"/>
            <a:ext cx="1649726" cy="1608657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06DE2AA-445F-47D9-A93C-66A1F629BF6D}"/>
              </a:ext>
            </a:extLst>
          </p:cNvPr>
          <p:cNvCxnSpPr>
            <a:cxnSpLocks/>
            <a:stCxn id="11" idx="2"/>
            <a:endCxn id="17" idx="3"/>
          </p:cNvCxnSpPr>
          <p:nvPr/>
        </p:nvCxnSpPr>
        <p:spPr>
          <a:xfrm rot="5400000">
            <a:off x="4636171" y="2396698"/>
            <a:ext cx="1608657" cy="1657621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B462F8-BEB0-4938-9784-B9FE5BC5AFEA}"/>
                  </a:ext>
                </a:extLst>
              </p:cNvPr>
              <p:cNvSpPr txBox="1"/>
              <p:nvPr/>
            </p:nvSpPr>
            <p:spPr>
              <a:xfrm>
                <a:off x="4785628" y="3627373"/>
                <a:ext cx="1452346" cy="7198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angle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Relative radius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FB462F8-BEB0-4938-9784-B9FE5BC5A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628" y="3627373"/>
                <a:ext cx="1452346" cy="719812"/>
              </a:xfrm>
              <a:prstGeom prst="rect">
                <a:avLst/>
              </a:prstGeom>
              <a:blipFill>
                <a:blip r:embed="rId2"/>
                <a:stretch>
                  <a:fillRect r="-11345"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1DEB64A-1C63-4633-9B3A-9B843B5B029A}"/>
              </a:ext>
            </a:extLst>
          </p:cNvPr>
          <p:cNvSpPr txBox="1"/>
          <p:nvPr/>
        </p:nvSpPr>
        <p:spPr>
          <a:xfrm>
            <a:off x="1265030" y="3702597"/>
            <a:ext cx="12501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scene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A1FE1E-7B71-4306-913D-6043708FF517}"/>
              </a:ext>
            </a:extLst>
          </p:cNvPr>
          <p:cNvSpPr txBox="1"/>
          <p:nvPr/>
        </p:nvSpPr>
        <p:spPr>
          <a:xfrm>
            <a:off x="2942535" y="3279287"/>
            <a:ext cx="14952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system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328AB0-F0B2-45FC-A062-FF5D0B4361CB}"/>
              </a:ext>
            </a:extLst>
          </p:cNvPr>
          <p:cNvSpPr txBox="1"/>
          <p:nvPr/>
        </p:nvSpPr>
        <p:spPr>
          <a:xfrm>
            <a:off x="4400866" y="1706033"/>
            <a:ext cx="1127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</p:txBody>
      </p:sp>
    </p:spTree>
    <p:extLst>
      <p:ext uri="{BB962C8B-B14F-4D97-AF65-F5344CB8AC3E}">
        <p14:creationId xmlns:p14="http://schemas.microsoft.com/office/powerpoint/2010/main" val="590121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8207567-F498-44FF-BDC3-0D8552A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41"/>
          <a:stretch/>
        </p:blipFill>
        <p:spPr>
          <a:xfrm>
            <a:off x="0" y="0"/>
            <a:ext cx="7380288" cy="13893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E933922-FEDC-4A3B-A932-F85A41FC4CCE}"/>
              </a:ext>
            </a:extLst>
          </p:cNvPr>
          <p:cNvSpPr txBox="1"/>
          <p:nvPr/>
        </p:nvSpPr>
        <p:spPr>
          <a:xfrm>
            <a:off x="0" y="134071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CE0B7B-F315-481E-ACBC-8456EAF2125D}"/>
              </a:ext>
            </a:extLst>
          </p:cNvPr>
          <p:cNvSpPr txBox="1"/>
          <p:nvPr/>
        </p:nvSpPr>
        <p:spPr>
          <a:xfrm>
            <a:off x="2438400" y="134071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B6C4E-2E87-4B29-83F9-65FA3B82F540}"/>
              </a:ext>
            </a:extLst>
          </p:cNvPr>
          <p:cNvSpPr txBox="1"/>
          <p:nvPr/>
        </p:nvSpPr>
        <p:spPr>
          <a:xfrm>
            <a:off x="4909344" y="1340718"/>
            <a:ext cx="243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987931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3AA427-44B4-4B6C-8EA5-E0A4051DA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758" y="76200"/>
            <a:ext cx="2455752" cy="2273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3C7B56-98B8-424F-A832-88611914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690" y="79915"/>
            <a:ext cx="2455753" cy="226999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E933922-FEDC-4A3B-A932-F85A41FC4CCE}"/>
              </a:ext>
            </a:extLst>
          </p:cNvPr>
          <p:cNvSpPr txBox="1"/>
          <p:nvPr/>
        </p:nvSpPr>
        <p:spPr>
          <a:xfrm>
            <a:off x="1004690" y="2297311"/>
            <a:ext cx="2203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9CE0B7B-F315-481E-ACBC-8456EAF2125D}"/>
              </a:ext>
            </a:extLst>
          </p:cNvPr>
          <p:cNvSpPr txBox="1"/>
          <p:nvPr/>
        </p:nvSpPr>
        <p:spPr>
          <a:xfrm>
            <a:off x="3854758" y="2297311"/>
            <a:ext cx="2203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05557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6A90C-A91D-461A-BB93-99E3A49E48D4}"/>
              </a:ext>
            </a:extLst>
          </p:cNvPr>
          <p:cNvGrpSpPr/>
          <p:nvPr/>
        </p:nvGrpSpPr>
        <p:grpSpPr>
          <a:xfrm>
            <a:off x="12412" y="141847"/>
            <a:ext cx="7400446" cy="4011054"/>
            <a:chOff x="-60826" y="141846"/>
            <a:chExt cx="10394594" cy="563388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F46BB0-897F-4081-A6CA-FC69849809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4802" b="92276" l="74" r="98000">
                          <a14:foregroundMark x1="12963" y1="17537" x2="5537" y2="12305"/>
                          <a14:foregroundMark x1="4830" y1="12548" x2="593" y2="33194"/>
                          <a14:foregroundMark x1="593" y1="33194" x2="3556" y2="70146"/>
                          <a14:foregroundMark x1="3556" y1="70146" x2="7111" y2="87265"/>
                          <a14:foregroundMark x1="7111" y1="87265" x2="13407" y2="99374"/>
                          <a14:foregroundMark x1="13407" y1="99374" x2="40000" y2="99791"/>
                          <a14:foregroundMark x1="94114" y1="49145" x2="98889" y2="44676"/>
                          <a14:foregroundMark x1="55736" y1="85063" x2="90267" y2="52745"/>
                          <a14:foregroundMark x1="40000" y1="99791" x2="50945" y2="89547"/>
                          <a14:foregroundMark x1="98889" y1="44676" x2="96370" y2="25887"/>
                          <a14:foregroundMark x1="96370" y1="25887" x2="91926" y2="10647"/>
                          <a14:foregroundMark x1="91926" y1="10647" x2="68815" y2="7724"/>
                          <a14:foregroundMark x1="30810" y1="22562" x2="29778" y2="22965"/>
                          <a14:foregroundMark x1="59521" y1="11353" x2="40108" y2="18932"/>
                          <a14:foregroundMark x1="68815" y1="7724" x2="65014" y2="9208"/>
                          <a14:foregroundMark x1="29778" y1="22965" x2="12741" y2="17745"/>
                          <a14:foregroundMark x1="12741" y1="17745" x2="13704" y2="43633"/>
                          <a14:foregroundMark x1="13704" y1="43633" x2="18148" y2="63883"/>
                          <a14:foregroundMark x1="18148" y1="63883" x2="25852" y2="64301"/>
                          <a14:foregroundMark x1="25852" y1="64301" x2="67333" y2="41336"/>
                          <a14:foregroundMark x1="67333" y1="41336" x2="67556" y2="40919"/>
                          <a14:foregroundMark x1="30980" y1="22933" x2="14444" y2="17954"/>
                          <a14:foregroundMark x1="50035" y1="28670" x2="31865" y2="23199"/>
                          <a14:foregroundMark x1="72000" y1="35282" x2="57564" y2="30936"/>
                          <a14:foregroundMark x1="14444" y1="17954" x2="1852" y2="34864"/>
                          <a14:foregroundMark x1="1852" y1="34864" x2="2519" y2="65136"/>
                          <a14:foregroundMark x1="2519" y1="65136" x2="9926" y2="84134"/>
                          <a14:foregroundMark x1="9926" y1="84134" x2="27778" y2="86221"/>
                          <a14:foregroundMark x1="27778" y1="86221" x2="49926" y2="63674"/>
                          <a14:foregroundMark x1="49926" y1="63674" x2="64074" y2="35491"/>
                          <a14:foregroundMark x1="58501" y1="16027" x2="57259" y2="11691"/>
                          <a14:foregroundMark x1="64074" y1="35491" x2="58651" y2="16552"/>
                          <a14:foregroundMark x1="57259" y1="11691" x2="30815" y2="10647"/>
                          <a14:foregroundMark x1="30815" y1="10647" x2="8963" y2="38622"/>
                          <a14:foregroundMark x1="8963" y1="38622" x2="13556" y2="85804"/>
                          <a14:foregroundMark x1="13556" y1="85804" x2="18444" y2="97286"/>
                          <a14:foregroundMark x1="73175" y1="90675" x2="75481" y2="90397"/>
                          <a14:foregroundMark x1="58192" y1="92485" x2="64651" y2="91705"/>
                          <a14:foregroundMark x1="56907" y1="92641" x2="57576" y2="92560"/>
                          <a14:foregroundMark x1="50970" y1="93358" x2="51281" y2="93320"/>
                          <a14:foregroundMark x1="18444" y1="97286" x2="50953" y2="93360"/>
                          <a14:foregroundMark x1="75481" y1="90397" x2="84889" y2="65136"/>
                          <a14:foregroundMark x1="84889" y1="65136" x2="61704" y2="41545"/>
                          <a14:foregroundMark x1="61704" y1="41545" x2="29407" y2="45511"/>
                          <a14:foregroundMark x1="29407" y1="45511" x2="17556" y2="80793"/>
                          <a14:foregroundMark x1="17556" y1="80793" x2="20148" y2="98747"/>
                          <a14:foregroundMark x1="74410" y1="88769" x2="75778" y2="88518"/>
                          <a14:foregroundMark x1="58660" y1="91666" x2="64380" y2="90614"/>
                          <a14:foregroundMark x1="51052" y1="93064" x2="51350" y2="93009"/>
                          <a14:foregroundMark x1="20148" y1="98747" x2="50994" y2="93075"/>
                          <a14:foregroundMark x1="75778" y1="88518" x2="95163" y2="65813"/>
                          <a14:foregroundMark x1="97514" y1="59220" x2="97015" y2="58029"/>
                          <a14:foregroundMark x1="90018" y1="51700" x2="77111" y2="62213"/>
                          <a14:foregroundMark x1="77111" y1="62213" x2="71630" y2="80793"/>
                          <a14:foregroundMark x1="74271" y1="92117" x2="75185" y2="96033"/>
                          <a14:foregroundMark x1="71630" y1="80793" x2="72825" y2="85913"/>
                          <a14:foregroundMark x1="86391" y1="32668" x2="86889" y2="29854"/>
                          <a14:foregroundMark x1="75185" y1="96033" x2="85323" y2="38706"/>
                          <a14:foregroundMark x1="86285" y1="39697" x2="84148" y2="74530"/>
                          <a14:foregroundMark x1="86889" y1="29854" x2="86697" y2="32983"/>
                          <a14:foregroundMark x1="87440" y1="91711" x2="88148" y2="95407"/>
                          <a14:foregroundMark x1="84148" y1="74530" x2="86454" y2="86566"/>
                          <a14:foregroundMark x1="88148" y1="95407" x2="91970" y2="92911"/>
                          <a14:foregroundMark x1="97926" y1="13570" x2="99704" y2="64092"/>
                          <a14:foregroundMark x1="99704" y1="64092" x2="95259" y2="17537"/>
                          <a14:foregroundMark x1="95259" y1="17537" x2="95259" y2="15658"/>
                          <a14:foregroundMark x1="98843" y1="62830" x2="99185" y2="77871"/>
                          <a14:foregroundMark x1="97630" y1="9395" x2="98812" y2="61443"/>
                          <a14:foregroundMark x1="99185" y1="77871" x2="97704" y2="94154"/>
                          <a14:foregroundMark x1="97704" y1="94154" x2="92696" y2="92884"/>
                          <a14:foregroundMark x1="90296" y1="92276" x2="90074" y2="78288"/>
                          <a14:foregroundMark x1="96963" y1="73695" x2="93116" y2="85397"/>
                          <a14:foregroundMark x1="93572" y1="85356" x2="96815" y2="78914"/>
                          <a14:foregroundMark x1="96815" y1="78914" x2="96329" y2="73033"/>
                          <a14:foregroundMark x1="97653" y1="68372" x2="97852" y2="83299"/>
                          <a14:foregroundMark x1="97025" y1="58059" x2="96963" y2="56159"/>
                          <a14:foregroundMark x1="97852" y1="83299" x2="97393" y2="69285"/>
                          <a14:foregroundMark x1="97718" y1="67953" x2="98148" y2="81837"/>
                          <a14:foregroundMark x1="97333" y1="55532" x2="97452" y2="59365"/>
                          <a14:foregroundMark x1="27259" y1="11900" x2="9845" y2="7334"/>
                          <a14:foregroundMark x1="2243" y1="12030" x2="3185" y2="36743"/>
                          <a14:foregroundMark x1="3185" y1="36743" x2="1259" y2="47182"/>
                          <a14:foregroundMark x1="5481" y1="15449" x2="2519" y2="12944"/>
                          <a14:foregroundMark x1="3333" y1="19833" x2="74" y2="14614"/>
                          <a14:foregroundMark x1="58370" y1="55324" x2="61407" y2="53653"/>
                          <a14:foregroundMark x1="83556" y1="43841" x2="72519" y2="29228"/>
                          <a14:foregroundMark x1="80444" y1="36743" x2="74815" y2="28392"/>
                          <a14:foregroundMark x1="77407" y1="30063" x2="73852" y2="25678"/>
                          <a14:foregroundMark x1="73985" y1="24426" x2="73259" y2="22965"/>
                          <a14:foregroundMark x1="74192" y1="24843" x2="73985" y2="24426"/>
                          <a14:foregroundMark x1="75333" y1="27140" x2="74192" y2="24843"/>
                          <a14:foregroundMark x1="73704" y1="23800" x2="74593" y2="22756"/>
                          <a14:foregroundMark x1="74593" y1="25470" x2="74963" y2="26096"/>
                          <a14:foregroundMark x1="74519" y1="21712" x2="75111" y2="21921"/>
                          <a14:foregroundMark x1="92275" y1="78497" x2="92370" y2="81628"/>
                          <a14:foregroundMark x1="92244" y1="77453" x2="92275" y2="78497"/>
                          <a14:foregroundMark x1="92231" y1="77035" x2="92244" y2="77453"/>
                          <a14:foregroundMark x1="92218" y1="76618" x2="92231" y2="77035"/>
                          <a14:foregroundMark x1="92148" y1="74322" x2="92218" y2="76618"/>
                          <a14:foregroundMark x1="92148" y1="77035" x2="92148" y2="77035"/>
                          <a14:foregroundMark x1="92296" y1="77244" x2="92296" y2="77244"/>
                          <a14:foregroundMark x1="92444" y1="77453" x2="92444" y2="77453"/>
                          <a14:foregroundMark x1="92444" y1="77871" x2="92444" y2="77871"/>
                          <a14:foregroundMark x1="92444" y1="78706" x2="92444" y2="78706"/>
                          <a14:foregroundMark x1="92551" y1="77453" x2="92593" y2="77871"/>
                          <a14:foregroundMark x1="92508" y1="77035" x2="92551" y2="77453"/>
                          <a14:foregroundMark x1="92444" y1="76409" x2="92508" y2="77035"/>
                          <a14:foregroundMark x1="92444" y1="77662" x2="92444" y2="78288"/>
                          <a14:foregroundMark x1="92370" y1="77453" x2="92444" y2="78079"/>
                          <a14:foregroundMark x1="92148" y1="77453" x2="92148" y2="77453"/>
                          <a14:foregroundMark x1="92519" y1="77453" x2="92593" y2="77871"/>
                          <a14:foregroundMark x1="92667" y1="78288" x2="92667" y2="78288"/>
                          <a14:foregroundMark x1="92444" y1="76618" x2="92444" y2="76618"/>
                          <a14:foregroundMark x1="92519" y1="76618" x2="92519" y2="76618"/>
                          <a14:foregroundMark x1="92519" y1="77871" x2="92519" y2="78288"/>
                          <a14:foregroundMark x1="92519" y1="78914" x2="92519" y2="78914"/>
                          <a14:foregroundMark x1="92593" y1="78497" x2="92593" y2="78497"/>
                          <a14:foregroundMark x1="92444" y1="76409" x2="92444" y2="76409"/>
                          <a14:foregroundMark x1="92519" y1="76409" x2="92519" y2="76409"/>
                          <a14:foregroundMark x1="92519" y1="76409" x2="92519" y2="76409"/>
                          <a14:foregroundMark x1="92667" y1="76409" x2="92667" y2="76409"/>
                          <a14:foregroundMark x1="92667" y1="76618" x2="92667" y2="76618"/>
                          <a14:foregroundMark x1="92519" y1="76200" x2="92519" y2="76200"/>
                          <a14:foregroundMark x1="92667" y1="77244" x2="92667" y2="77244"/>
                          <a14:foregroundMark x1="92741" y1="77662" x2="92741" y2="77662"/>
                          <a14:foregroundMark x1="92741" y1="76827" x2="92741" y2="76827"/>
                          <a14:foregroundMark x1="92519" y1="75365" x2="92519" y2="75365"/>
                          <a14:foregroundMark x1="92519" y1="75365" x2="92519" y2="75365"/>
                          <a14:foregroundMark x1="92667" y1="75574" x2="92667" y2="75574"/>
                          <a14:foregroundMark x1="92741" y1="75783" x2="92741" y2="75783"/>
                          <a14:foregroundMark x1="1704" y1="14405" x2="667" y2="13779"/>
                          <a14:backgroundMark x1="963" y1="6681" x2="9259" y2="7724"/>
                          <a14:backgroundMark x1="8519" y1="8351" x2="2296" y2="6681"/>
                          <a14:backgroundMark x1="2296" y1="6681" x2="7111" y2="6889"/>
                          <a14:backgroundMark x1="9037" y1="7933" x2="2963" y2="10021"/>
                          <a14:backgroundMark x1="2963" y1="10021" x2="8444" y2="5010"/>
                          <a14:backgroundMark x1="7407" y1="5846" x2="10222" y2="5637"/>
                          <a14:backgroundMark x1="9111" y1="7307" x2="8074" y2="9186"/>
                          <a14:backgroundMark x1="3630" y1="6681" x2="74" y2="8142"/>
                          <a14:backgroundMark x1="1111" y1="9186" x2="3333" y2="8977"/>
                          <a14:backgroundMark x1="31556" y1="19415" x2="37259" y2="19624"/>
                          <a14:backgroundMark x1="37259" y1="19624" x2="39333" y2="18998"/>
                          <a14:backgroundMark x1="39852" y1="19624" x2="36815" y2="20668"/>
                          <a14:backgroundMark x1="39926" y1="18163" x2="32222" y2="19624"/>
                          <a14:backgroundMark x1="50667" y1="28392" x2="55630" y2="28392"/>
                          <a14:backgroundMark x1="56963" y1="28392" x2="51556" y2="29436"/>
                          <a14:backgroundMark x1="51481" y1="29436" x2="50741" y2="28601"/>
                          <a14:backgroundMark x1="50889" y1="28184" x2="49926" y2="28184"/>
                          <a14:backgroundMark x1="50741" y1="29228" x2="50963" y2="29436"/>
                          <a14:backgroundMark x1="59037" y1="13570" x2="67111" y2="12317"/>
                          <a14:backgroundMark x1="67333" y1="12317" x2="60593" y2="11900"/>
                          <a14:backgroundMark x1="60444" y1="13779" x2="66519" y2="13987"/>
                          <a14:backgroundMark x1="73185" y1="17328" x2="80519" y2="17328"/>
                          <a14:backgroundMark x1="80148" y1="18163" x2="73556" y2="18163"/>
                          <a14:backgroundMark x1="75407" y1="16284" x2="80148" y2="15866"/>
                          <a14:backgroundMark x1="88593" y1="31315" x2="93037" y2="30480"/>
                          <a14:backgroundMark x1="92593" y1="32777" x2="89556" y2="32985"/>
                          <a14:backgroundMark x1="90074" y1="32568" x2="92000" y2="31106"/>
                          <a14:backgroundMark x1="92222" y1="32985" x2="88815" y2="33820"/>
                          <a14:backgroundMark x1="31852" y1="19207" x2="31481" y2="20877"/>
                          <a14:backgroundMark x1="31111" y1="18789" x2="32444" y2="21712"/>
                          <a14:backgroundMark x1="31630" y1="17954" x2="31630" y2="20459"/>
                          <a14:backgroundMark x1="31333" y1="16493" x2="32519" y2="18163"/>
                          <a14:backgroundMark x1="32000" y1="18372" x2="33111" y2="18998"/>
                          <a14:backgroundMark x1="31852" y1="19415" x2="31852" y2="21503"/>
                          <a14:backgroundMark x1="8741" y1="7516" x2="8148" y2="9395"/>
                          <a14:backgroundMark x1="51111" y1="27975" x2="55259" y2="28601"/>
                          <a14:backgroundMark x1="78370" y1="27975" x2="89111" y2="39040"/>
                          <a14:backgroundMark x1="89111" y1="39040" x2="96815" y2="62630"/>
                          <a14:backgroundMark x1="96815" y1="62630" x2="88815" y2="40292"/>
                          <a14:backgroundMark x1="88815" y1="40292" x2="92148" y2="54280"/>
                          <a14:backgroundMark x1="92148" y1="54280" x2="88963" y2="38205"/>
                          <a14:backgroundMark x1="96667" y1="60543" x2="97630" y2="64927"/>
                          <a14:backgroundMark x1="98296" y1="64509" x2="98667" y2="63883"/>
                          <a14:backgroundMark x1="97259" y1="64092" x2="94000" y2="75574"/>
                          <a14:backgroundMark x1="78074" y1="27349" x2="75414" y2="24785"/>
                          <a14:backgroundMark x1="75111" y1="24426" x2="75111" y2="24426"/>
                          <a14:backgroundMark x1="75407" y1="24843" x2="75407" y2="24843"/>
                          <a14:backgroundMark x1="93259" y1="78497" x2="93259" y2="78497"/>
                          <a14:backgroundMark x1="93407" y1="77453" x2="93407" y2="77453"/>
                          <a14:backgroundMark x1="94262" y1="75574" x2="94889" y2="73904"/>
                          <a14:backgroundMark x1="93870" y1="76618" x2="94262" y2="75574"/>
                          <a14:backgroundMark x1="93556" y1="77453" x2="93870" y2="76618"/>
                          <a14:backgroundMark x1="93778" y1="75992" x2="93778" y2="75992"/>
                          <a14:backgroundMark x1="93630" y1="75992" x2="93630" y2="75992"/>
                          <a14:backgroundMark x1="93333" y1="76618" x2="93333" y2="76618"/>
                          <a14:backgroundMark x1="93185" y1="78497" x2="93185" y2="78497"/>
                          <a14:backgroundMark x1="51630" y1="89353" x2="57185" y2="89144"/>
                          <a14:backgroundMark x1="57185" y1="89144" x2="52296" y2="89562"/>
                          <a14:backgroundMark x1="51926" y1="88309" x2="57852" y2="89144"/>
                          <a14:backgroundMark x1="57852" y1="89144" x2="57407" y2="89770"/>
                          <a14:backgroundMark x1="57630" y1="89770" x2="51926" y2="87474"/>
                          <a14:backgroundMark x1="51926" y1="87474" x2="56667" y2="88309"/>
                          <a14:backgroundMark x1="52741" y1="88309" x2="55852" y2="88935"/>
                          <a14:backgroundMark x1="66074" y1="88518" x2="72519" y2="89979"/>
                          <a14:backgroundMark x1="72519" y1="89979" x2="66519" y2="90188"/>
                          <a14:backgroundMark x1="66519" y1="90188" x2="73185" y2="88727"/>
                          <a14:backgroundMark x1="72815" y1="89562" x2="73185" y2="89562"/>
                          <a14:backgroundMark x1="73111" y1="90397" x2="67407" y2="90605"/>
                          <a14:backgroundMark x1="67407" y1="90605" x2="65556" y2="88309"/>
                          <a14:backgroundMark x1="65333" y1="87891" x2="70593" y2="92484"/>
                          <a14:backgroundMark x1="70593" y1="92484" x2="70963" y2="91649"/>
                          <a14:backgroundMark x1="73333" y1="89353" x2="72963" y2="91649"/>
                          <a14:backgroundMark x1="68370" y1="88309" x2="64222" y2="89979"/>
                          <a14:backgroundMark x1="81852" y1="89562" x2="87926" y2="89562"/>
                          <a14:backgroundMark x1="87778" y1="88309" x2="87778" y2="89979"/>
                          <a14:backgroundMark x1="90741" y1="89979" x2="96370" y2="89770"/>
                          <a14:backgroundMark x1="96370" y1="89770" x2="96370" y2="89770"/>
                          <a14:backgroundMark x1="93111" y1="89770" x2="91333" y2="89144"/>
                          <a14:backgroundMark x1="51407" y1="90188" x2="52222" y2="87265"/>
                          <a14:backgroundMark x1="51407" y1="88309" x2="51926" y2="89353"/>
                          <a14:backgroundMark x1="51333" y1="89353" x2="51630" y2="89979"/>
                          <a14:backgroundMark x1="51926" y1="90397" x2="57481" y2="89770"/>
                          <a14:backgroundMark x1="57481" y1="89770" x2="57556" y2="89770"/>
                          <a14:backgroundMark x1="33037" y1="88935" x2="38741" y2="91232"/>
                          <a14:backgroundMark x1="38741" y1="91232" x2="40370" y2="90605"/>
                          <a14:backgroundMark x1="40222" y1="89770" x2="34593" y2="89770"/>
                          <a14:backgroundMark x1="33407" y1="90397" x2="38889" y2="88727"/>
                          <a14:backgroundMark x1="38815" y1="88309" x2="38593" y2="87891"/>
                          <a14:backgroundMark x1="39259" y1="88309" x2="33481" y2="88935"/>
                          <a14:backgroundMark x1="33481" y1="88935" x2="39037" y2="90188"/>
                          <a14:backgroundMark x1="39037" y1="90188" x2="40444" y2="89562"/>
                          <a14:backgroundMark x1="73037" y1="88518" x2="73333" y2="90814"/>
                          <a14:backgroundMark x1="57852" y1="88100" x2="58148" y2="90397"/>
                          <a14:backgroundMark x1="40444" y1="87683" x2="38889" y2="88309"/>
                          <a14:backgroundMark x1="81407" y1="89353" x2="83630" y2="89979"/>
                          <a14:backgroundMark x1="81556" y1="89979" x2="83185" y2="91858"/>
                          <a14:backgroundMark x1="94519" y1="88309" x2="92222" y2="88518"/>
                          <a14:backgroundMark x1="71556" y1="87891" x2="71556" y2="87891"/>
                        </a14:backgroundRemoval>
                      </a14:imgEffect>
                    </a14:imgLayer>
                  </a14:imgProps>
                </a:ext>
              </a:extLst>
            </a:blip>
            <a:srcRect r="3646"/>
            <a:stretch/>
          </p:blipFill>
          <p:spPr>
            <a:xfrm>
              <a:off x="-56150" y="2685418"/>
              <a:ext cx="8392106" cy="3090316"/>
            </a:xfrm>
            <a:prstGeom prst="rect">
              <a:avLst/>
            </a:prstGeom>
          </p:spPr>
        </p:pic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7A0BE0E-F13F-4D9A-80D5-8BABD6504F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380" y="4807144"/>
              <a:ext cx="199728" cy="325930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0BD279C-F1BD-4EA6-8D03-CC2DC5822D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009" b="1324"/>
            <a:stretch/>
          </p:blipFill>
          <p:spPr>
            <a:xfrm>
              <a:off x="8753947" y="1842121"/>
              <a:ext cx="1579821" cy="2436200"/>
            </a:xfrm>
            <a:prstGeom prst="rect">
              <a:avLst/>
            </a:prstGeom>
          </p:spPr>
        </p:pic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8DB2BC1-AE52-4214-9933-A0B08B0160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9112" y="1317028"/>
              <a:ext cx="449956" cy="595246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EF38338-8482-4A46-811C-D11ABBA9E582}"/>
                </a:ext>
              </a:extLst>
            </p:cNvPr>
            <p:cNvCxnSpPr>
              <a:cxnSpLocks/>
              <a:stCxn id="10" idx="1"/>
            </p:cNvCxnSpPr>
            <p:nvPr/>
          </p:nvCxnSpPr>
          <p:spPr>
            <a:xfrm flipH="1">
              <a:off x="8341999" y="3060221"/>
              <a:ext cx="411948" cy="152043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0BC459F-4B7D-473C-8F35-F5CBCE10DE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9440" y="3297046"/>
              <a:ext cx="423850" cy="157131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564A8E4-AA80-4B0D-AA76-2C49D3FA42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41999" y="2837699"/>
              <a:ext cx="411949" cy="4581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A2E1A50-58A4-4489-AE0C-82B61590F6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5719" y="2485855"/>
              <a:ext cx="418230" cy="119601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5D9A3CE-5556-43C5-941E-63EF59A0FE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560" y="3534517"/>
              <a:ext cx="398730" cy="201066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00EE6A3-A7CE-463A-B825-32F2CE3E7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3902" y="3739101"/>
              <a:ext cx="425165" cy="263180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8A89696-FC7D-4233-86DA-A843E9126C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36048" y="2131685"/>
              <a:ext cx="417242" cy="248485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276F8BE-A331-4408-A659-5EA78B4E4DF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29440" y="1736436"/>
              <a:ext cx="436409" cy="411065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60905F7-FD2F-4F4B-BFF6-AF4FB3BDDE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558" y="3991625"/>
              <a:ext cx="398732" cy="325715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1905378-4584-4F57-9AC3-5FF67723C5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54558" y="4203555"/>
              <a:ext cx="424509" cy="449573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247A5A0F-02F2-4F32-9A12-85D837B583A7}"/>
                </a:ext>
              </a:extLst>
            </p:cNvPr>
            <p:cNvGrpSpPr/>
            <p:nvPr/>
          </p:nvGrpSpPr>
          <p:grpSpPr>
            <a:xfrm>
              <a:off x="-60826" y="141846"/>
              <a:ext cx="8392106" cy="2829317"/>
              <a:chOff x="1741170" y="1768969"/>
              <a:chExt cx="8392106" cy="2829317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A75BB3DD-A0A6-45FA-ADE7-0500C6390D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94114" y1="49145" x2="98889" y2="44676"/>
                            <a14:foregroundMark x1="55736" y1="85063" x2="90267" y2="52745"/>
                            <a14:foregroundMark x1="40000" y1="99791" x2="50945" y2="89547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73175" y1="90675" x2="75481" y2="90397"/>
                            <a14:foregroundMark x1="58192" y1="92485" x2="64651" y2="91705"/>
                            <a14:foregroundMark x1="56907" y1="92641" x2="57576" y2="92560"/>
                            <a14:foregroundMark x1="50970" y1="93358" x2="51281" y2="93320"/>
                            <a14:foregroundMark x1="18444" y1="97286" x2="50953" y2="93360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74410" y1="88769" x2="75778" y2="88518"/>
                            <a14:foregroundMark x1="58660" y1="91666" x2="64380" y2="90614"/>
                            <a14:foregroundMark x1="51052" y1="93064" x2="51350" y2="93009"/>
                            <a14:foregroundMark x1="20148" y1="98747" x2="50994" y2="93075"/>
                            <a14:foregroundMark x1="75778" y1="88518" x2="95163" y2="65813"/>
                            <a14:foregroundMark x1="97514" y1="59220" x2="97015" y2="58029"/>
                            <a14:foregroundMark x1="90018" y1="51700" x2="77111" y2="62213"/>
                            <a14:foregroundMark x1="77111" y1="62213" x2="71630" y2="80793"/>
                            <a14:foregroundMark x1="74271" y1="92117" x2="75185" y2="96033"/>
                            <a14:foregroundMark x1="71630" y1="80793" x2="72825" y2="85913"/>
                            <a14:foregroundMark x1="86391" y1="32668" x2="86889" y2="29854"/>
                            <a14:foregroundMark x1="75185" y1="96033" x2="85323" y2="38706"/>
                            <a14:foregroundMark x1="86285" y1="39697" x2="84148" y2="74530"/>
                            <a14:foregroundMark x1="86889" y1="29854" x2="86697" y2="32983"/>
                            <a14:foregroundMark x1="87440" y1="91711" x2="88148" y2="95407"/>
                            <a14:foregroundMark x1="84148" y1="74530" x2="86454" y2="86566"/>
                            <a14:foregroundMark x1="88148" y1="95407" x2="91970" y2="92911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8843" y1="62830" x2="99185" y2="77871"/>
                            <a14:foregroundMark x1="97630" y1="9395" x2="98812" y2="61443"/>
                            <a14:foregroundMark x1="99185" y1="77871" x2="97704" y2="94154"/>
                            <a14:foregroundMark x1="97704" y1="94154" x2="92696" y2="92884"/>
                            <a14:foregroundMark x1="90296" y1="92276" x2="90074" y2="78288"/>
                            <a14:foregroundMark x1="96963" y1="73695" x2="93116" y2="85397"/>
                            <a14:foregroundMark x1="93572" y1="85356" x2="96815" y2="78914"/>
                            <a14:foregroundMark x1="96815" y1="78914" x2="96329" y2="73033"/>
                            <a14:foregroundMark x1="97653" y1="68372" x2="97852" y2="83299"/>
                            <a14:foregroundMark x1="97025" y1="58059" x2="96963" y2="56159"/>
                            <a14:foregroundMark x1="97852" y1="83299" x2="97393" y2="69285"/>
                            <a14:foregroundMark x1="97718" y1="67953" x2="98148" y2="81837"/>
                            <a14:foregroundMark x1="97333" y1="55532" x2="97452" y2="59365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foregroundMark x1="83556" y1="43841" x2="72519" y2="29228"/>
                            <a14:foregroundMark x1="80444" y1="36743" x2="74815" y2="28392"/>
                            <a14:foregroundMark x1="77407" y1="30063" x2="73852" y2="25678"/>
                            <a14:foregroundMark x1="73985" y1="24426" x2="73259" y2="22965"/>
                            <a14:foregroundMark x1="74192" y1="24843" x2="73985" y2="24426"/>
                            <a14:foregroundMark x1="75333" y1="27140" x2="74192" y2="24843"/>
                            <a14:foregroundMark x1="73704" y1="23800" x2="74593" y2="22756"/>
                            <a14:foregroundMark x1="74593" y1="25470" x2="74963" y2="26096"/>
                            <a14:foregroundMark x1="74519" y1="21712" x2="75111" y2="21921"/>
                            <a14:foregroundMark x1="92275" y1="78497" x2="92370" y2="81628"/>
                            <a14:foregroundMark x1="92244" y1="77453" x2="92275" y2="78497"/>
                            <a14:foregroundMark x1="92231" y1="77035" x2="92244" y2="77453"/>
                            <a14:foregroundMark x1="92218" y1="76618" x2="92231" y2="77035"/>
                            <a14:foregroundMark x1="92148" y1="74322" x2="92218" y2="76618"/>
                            <a14:foregroundMark x1="92148" y1="77035" x2="92148" y2="77035"/>
                            <a14:foregroundMark x1="92296" y1="77244" x2="92296" y2="77244"/>
                            <a14:foregroundMark x1="92444" y1="77453" x2="92444" y2="77453"/>
                            <a14:foregroundMark x1="92444" y1="77871" x2="92444" y2="77871"/>
                            <a14:foregroundMark x1="92444" y1="78706" x2="92444" y2="78706"/>
                            <a14:foregroundMark x1="92551" y1="77453" x2="92593" y2="77871"/>
                            <a14:foregroundMark x1="92508" y1="77035" x2="92551" y2="77453"/>
                            <a14:foregroundMark x1="92444" y1="76409" x2="92508" y2="77035"/>
                            <a14:foregroundMark x1="92444" y1="77662" x2="92444" y2="78288"/>
                            <a14:foregroundMark x1="92370" y1="77453" x2="92444" y2="78079"/>
                            <a14:foregroundMark x1="92148" y1="77453" x2="92148" y2="77453"/>
                            <a14:foregroundMark x1="92519" y1="77453" x2="92593" y2="77871"/>
                            <a14:foregroundMark x1="92667" y1="78288" x2="92667" y2="78288"/>
                            <a14:foregroundMark x1="92444" y1="76618" x2="92444" y2="76618"/>
                            <a14:foregroundMark x1="92519" y1="76618" x2="92519" y2="76618"/>
                            <a14:foregroundMark x1="92519" y1="77871" x2="92519" y2="78288"/>
                            <a14:foregroundMark x1="92519" y1="78914" x2="92519" y2="78914"/>
                            <a14:foregroundMark x1="92593" y1="78497" x2="92593" y2="78497"/>
                            <a14:foregroundMark x1="92444" y1="76409" x2="92444" y2="76409"/>
                            <a14:foregroundMark x1="92519" y1="76409" x2="92519" y2="76409"/>
                            <a14:foregroundMark x1="92519" y1="76409" x2="92519" y2="76409"/>
                            <a14:foregroundMark x1="92667" y1="76409" x2="92667" y2="76409"/>
                            <a14:foregroundMark x1="92667" y1="76618" x2="92667" y2="76618"/>
                            <a14:foregroundMark x1="92519" y1="76200" x2="92519" y2="76200"/>
                            <a14:foregroundMark x1="92667" y1="77244" x2="92667" y2="77244"/>
                            <a14:foregroundMark x1="92741" y1="77662" x2="92741" y2="77662"/>
                            <a14:foregroundMark x1="92741" y1="76827" x2="92741" y2="76827"/>
                            <a14:foregroundMark x1="92519" y1="75365" x2="92519" y2="75365"/>
                            <a14:foregroundMark x1="92519" y1="75365" x2="92519" y2="75365"/>
                            <a14:foregroundMark x1="92667" y1="75574" x2="92667" y2="75574"/>
                            <a14:foregroundMark x1="92741" y1="75783" x2="92741" y2="75783"/>
                            <a14:foregroundMark x1="1704" y1="14405" x2="667" y2="13779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  <a14:backgroundMark x1="78370" y1="27975" x2="89111" y2="39040"/>
                            <a14:backgroundMark x1="89111" y1="39040" x2="96815" y2="62630"/>
                            <a14:backgroundMark x1="96815" y1="62630" x2="88815" y2="40292"/>
                            <a14:backgroundMark x1="88815" y1="40292" x2="92148" y2="54280"/>
                            <a14:backgroundMark x1="92148" y1="54280" x2="88963" y2="38205"/>
                            <a14:backgroundMark x1="96667" y1="60543" x2="97630" y2="64927"/>
                            <a14:backgroundMark x1="98296" y1="64509" x2="98667" y2="63883"/>
                            <a14:backgroundMark x1="97259" y1="64092" x2="94000" y2="75574"/>
                            <a14:backgroundMark x1="78074" y1="27349" x2="75414" y2="24785"/>
                            <a14:backgroundMark x1="75111" y1="24426" x2="75111" y2="24426"/>
                            <a14:backgroundMark x1="75407" y1="24843" x2="75407" y2="24843"/>
                            <a14:backgroundMark x1="93259" y1="78497" x2="93259" y2="78497"/>
                            <a14:backgroundMark x1="93407" y1="77453" x2="93407" y2="77453"/>
                            <a14:backgroundMark x1="94262" y1="75574" x2="94889" y2="73904"/>
                            <a14:backgroundMark x1="93870" y1="76618" x2="94262" y2="75574"/>
                            <a14:backgroundMark x1="93556" y1="77453" x2="93870" y2="76618"/>
                            <a14:backgroundMark x1="93778" y1="75992" x2="93778" y2="75992"/>
                            <a14:backgroundMark x1="93630" y1="75992" x2="93630" y2="75992"/>
                            <a14:backgroundMark x1="93333" y1="76618" x2="93333" y2="76618"/>
                            <a14:backgroundMark x1="93185" y1="78497" x2="93185" y2="78497"/>
                            <a14:backgroundMark x1="51630" y1="89353" x2="57185" y2="89144"/>
                            <a14:backgroundMark x1="57185" y1="89144" x2="52296" y2="89562"/>
                            <a14:backgroundMark x1="51926" y1="88309" x2="57852" y2="89144"/>
                            <a14:backgroundMark x1="57852" y1="89144" x2="57407" y2="89770"/>
                            <a14:backgroundMark x1="57630" y1="89770" x2="51926" y2="87474"/>
                            <a14:backgroundMark x1="51926" y1="87474" x2="56667" y2="88309"/>
                            <a14:backgroundMark x1="52741" y1="88309" x2="55852" y2="88935"/>
                            <a14:backgroundMark x1="66074" y1="88518" x2="72519" y2="89979"/>
                            <a14:backgroundMark x1="72519" y1="89979" x2="66519" y2="90188"/>
                            <a14:backgroundMark x1="66519" y1="90188" x2="73185" y2="88727"/>
                            <a14:backgroundMark x1="72815" y1="89562" x2="73185" y2="89562"/>
                            <a14:backgroundMark x1="73111" y1="90397" x2="67407" y2="90605"/>
                            <a14:backgroundMark x1="67407" y1="90605" x2="65556" y2="88309"/>
                            <a14:backgroundMark x1="65333" y1="87891" x2="70593" y2="92484"/>
                            <a14:backgroundMark x1="70593" y1="92484" x2="70963" y2="91649"/>
                            <a14:backgroundMark x1="73333" y1="89353" x2="72963" y2="91649"/>
                            <a14:backgroundMark x1="68370" y1="88309" x2="64222" y2="89979"/>
                            <a14:backgroundMark x1="81852" y1="89562" x2="87926" y2="89562"/>
                            <a14:backgroundMark x1="87778" y1="88309" x2="87778" y2="89979"/>
                            <a14:backgroundMark x1="90741" y1="89979" x2="96370" y2="89770"/>
                            <a14:backgroundMark x1="96370" y1="89770" x2="96370" y2="89770"/>
                            <a14:backgroundMark x1="93111" y1="89770" x2="91333" y2="89144"/>
                            <a14:backgroundMark x1="51407" y1="90188" x2="52222" y2="87265"/>
                            <a14:backgroundMark x1="51407" y1="88309" x2="51926" y2="89353"/>
                            <a14:backgroundMark x1="51333" y1="89353" x2="51630" y2="89979"/>
                            <a14:backgroundMark x1="51926" y1="90397" x2="57481" y2="89770"/>
                            <a14:backgroundMark x1="57481" y1="89770" x2="57556" y2="89770"/>
                            <a14:backgroundMark x1="33037" y1="88935" x2="38741" y2="91232"/>
                            <a14:backgroundMark x1="38741" y1="91232" x2="40370" y2="90605"/>
                            <a14:backgroundMark x1="40222" y1="89770" x2="34593" y2="89770"/>
                            <a14:backgroundMark x1="33407" y1="90397" x2="38889" y2="88727"/>
                            <a14:backgroundMark x1="38815" y1="88309" x2="38593" y2="87891"/>
                            <a14:backgroundMark x1="39259" y1="88309" x2="33481" y2="88935"/>
                            <a14:backgroundMark x1="33481" y1="88935" x2="39037" y2="90188"/>
                            <a14:backgroundMark x1="39037" y1="90188" x2="40444" y2="89562"/>
                            <a14:backgroundMark x1="73037" y1="88518" x2="73333" y2="90814"/>
                            <a14:backgroundMark x1="57852" y1="88100" x2="58148" y2="90397"/>
                            <a14:backgroundMark x1="40444" y1="87683" x2="38889" y2="88309"/>
                            <a14:backgroundMark x1="81407" y1="89353" x2="83630" y2="89979"/>
                            <a14:backgroundMark x1="81556" y1="89979" x2="83185" y2="91858"/>
                            <a14:backgroundMark x1="94519" y1="88309" x2="92222" y2="88518"/>
                            <a14:backgroundMark x1="71556" y1="87891" x2="71556" y2="87891"/>
                          </a14:backgroundRemoval>
                        </a14:imgEffect>
                      </a14:imgLayer>
                    </a14:imgProps>
                  </a:ext>
                </a:extLst>
              </a:blip>
              <a:srcRect r="3646" b="8445"/>
              <a:stretch/>
            </p:blipFill>
            <p:spPr>
              <a:xfrm>
                <a:off x="1741170" y="1768969"/>
                <a:ext cx="8392106" cy="2829317"/>
              </a:xfrm>
              <a:prstGeom prst="rect">
                <a:avLst/>
              </a:prstGeom>
            </p:spPr>
          </p:pic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24A65F53-A61C-4AC1-843D-D786428A244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FF000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40000" y1="99791" x2="98889" y2="44676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18444" y1="97286" x2="75481" y2="90397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20148" y1="98747" x2="75778" y2="88518"/>
                            <a14:foregroundMark x1="75778" y1="88518" x2="98593" y2="61795"/>
                            <a14:foregroundMark x1="98593" y1="61795" x2="93259" y2="49061"/>
                            <a14:foregroundMark x1="93259" y1="49061" x2="77111" y2="62213"/>
                            <a14:foregroundMark x1="77111" y1="62213" x2="71630" y2="80793"/>
                            <a14:foregroundMark x1="71630" y1="80793" x2="75185" y2="96033"/>
                            <a14:foregroundMark x1="75185" y1="96033" x2="86889" y2="29854"/>
                            <a14:foregroundMark x1="86889" y1="29854" x2="84148" y2="74530"/>
                            <a14:foregroundMark x1="84148" y1="74530" x2="88148" y2="95407"/>
                            <a14:foregroundMark x1="88148" y1="95407" x2="94222" y2="91441"/>
                            <a14:foregroundMark x1="94222" y1="91441" x2="94667" y2="89144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7630" y1="9395" x2="99185" y2="77871"/>
                            <a14:foregroundMark x1="99185" y1="77871" x2="97704" y2="94154"/>
                            <a14:foregroundMark x1="97704" y1="94154" x2="90296" y2="92276"/>
                            <a14:foregroundMark x1="90296" y1="92276" x2="90074" y2="78288"/>
                            <a14:foregroundMark x1="96963" y1="73695" x2="92296" y2="87891"/>
                            <a14:foregroundMark x1="92296" y1="87891" x2="96815" y2="78914"/>
                            <a14:foregroundMark x1="96815" y1="78914" x2="95556" y2="63674"/>
                            <a14:foregroundMark x1="95556" y1="63674" x2="95481" y2="63674"/>
                            <a14:foregroundMark x1="97556" y1="61169" x2="97852" y2="83299"/>
                            <a14:foregroundMark x1="97852" y1="83299" x2="96963" y2="56159"/>
                            <a14:foregroundMark x1="97333" y1="55532" x2="98148" y2="81837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</a14:backgroundRemoval>
                        </a14:imgEffect>
                      </a14:imgLayer>
                    </a14:imgProps>
                  </a:ext>
                </a:extLst>
              </a:blip>
              <a:srcRect l="2382" t="18640" r="72574" b="10674"/>
              <a:stretch/>
            </p:blipFill>
            <p:spPr>
              <a:xfrm>
                <a:off x="1814515" y="2210021"/>
                <a:ext cx="2181226" cy="2184402"/>
              </a:xfrm>
              <a:prstGeom prst="rect">
                <a:avLst/>
              </a:prstGeom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5DD3421C-4C87-4768-8BB6-CD2318FE14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00FF00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40000" y1="99791" x2="98889" y2="44676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18444" y1="97286" x2="75481" y2="90397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20148" y1="98747" x2="75778" y2="88518"/>
                            <a14:foregroundMark x1="75778" y1="88518" x2="98593" y2="61795"/>
                            <a14:foregroundMark x1="98593" y1="61795" x2="93259" y2="49061"/>
                            <a14:foregroundMark x1="93259" y1="49061" x2="77111" y2="62213"/>
                            <a14:foregroundMark x1="77111" y1="62213" x2="71630" y2="80793"/>
                            <a14:foregroundMark x1="71630" y1="80793" x2="75185" y2="96033"/>
                            <a14:foregroundMark x1="75185" y1="96033" x2="86889" y2="29854"/>
                            <a14:foregroundMark x1="86889" y1="29854" x2="84148" y2="74530"/>
                            <a14:foregroundMark x1="84148" y1="74530" x2="88148" y2="95407"/>
                            <a14:foregroundMark x1="88148" y1="95407" x2="94222" y2="91441"/>
                            <a14:foregroundMark x1="94222" y1="91441" x2="94667" y2="89144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7630" y1="9395" x2="99185" y2="77871"/>
                            <a14:foregroundMark x1="99185" y1="77871" x2="97704" y2="94154"/>
                            <a14:foregroundMark x1="97704" y1="94154" x2="90296" y2="92276"/>
                            <a14:foregroundMark x1="90296" y1="92276" x2="90074" y2="78288"/>
                            <a14:foregroundMark x1="96963" y1="73695" x2="92296" y2="87891"/>
                            <a14:foregroundMark x1="92296" y1="87891" x2="96815" y2="78914"/>
                            <a14:foregroundMark x1="96815" y1="78914" x2="95556" y2="63674"/>
                            <a14:foregroundMark x1="95556" y1="63674" x2="95481" y2="63674"/>
                            <a14:foregroundMark x1="97556" y1="61169" x2="97852" y2="83299"/>
                            <a14:foregroundMark x1="97852" y1="83299" x2="96963" y2="56159"/>
                            <a14:foregroundMark x1="97333" y1="55532" x2="98148" y2="81837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</a14:backgroundRemoval>
                        </a14:imgEffect>
                      </a14:imgLayer>
                    </a14:imgProps>
                  </a:ext>
                </a:extLst>
              </a:blip>
              <a:srcRect l="2382" t="18640" r="72574" b="10674"/>
              <a:stretch/>
            </p:blipFill>
            <p:spPr>
              <a:xfrm>
                <a:off x="1880717" y="2279078"/>
                <a:ext cx="2181226" cy="2184402"/>
              </a:xfrm>
              <a:prstGeom prst="rect">
                <a:avLst/>
              </a:prstGeom>
            </p:spPr>
          </p:pic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38224D97-9C29-4A28-923A-73D19C95A3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duotone>
                  <a:prstClr val="black"/>
                  <a:srgbClr val="0000FF">
                    <a:tint val="45000"/>
                    <a:satMod val="400000"/>
                  </a:srgb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4802" b="92276" l="74" r="98000">
                            <a14:foregroundMark x1="12963" y1="17537" x2="5537" y2="12305"/>
                            <a14:foregroundMark x1="4830" y1="12548" x2="593" y2="33194"/>
                            <a14:foregroundMark x1="593" y1="33194" x2="3556" y2="70146"/>
                            <a14:foregroundMark x1="3556" y1="70146" x2="7111" y2="87265"/>
                            <a14:foregroundMark x1="7111" y1="87265" x2="13407" y2="99374"/>
                            <a14:foregroundMark x1="13407" y1="99374" x2="40000" y2="99791"/>
                            <a14:foregroundMark x1="40000" y1="99791" x2="98889" y2="44676"/>
                            <a14:foregroundMark x1="98889" y1="44676" x2="96370" y2="25887"/>
                            <a14:foregroundMark x1="96370" y1="25887" x2="91926" y2="10647"/>
                            <a14:foregroundMark x1="91926" y1="10647" x2="68815" y2="7724"/>
                            <a14:foregroundMark x1="30810" y1="22562" x2="29778" y2="22965"/>
                            <a14:foregroundMark x1="59521" y1="11353" x2="40108" y2="18932"/>
                            <a14:foregroundMark x1="68815" y1="7724" x2="65014" y2="9208"/>
                            <a14:foregroundMark x1="29778" y1="22965" x2="12741" y2="17745"/>
                            <a14:foregroundMark x1="12741" y1="17745" x2="13704" y2="43633"/>
                            <a14:foregroundMark x1="13704" y1="43633" x2="18148" y2="63883"/>
                            <a14:foregroundMark x1="18148" y1="63883" x2="25852" y2="64301"/>
                            <a14:foregroundMark x1="25852" y1="64301" x2="67333" y2="41336"/>
                            <a14:foregroundMark x1="67333" y1="41336" x2="67556" y2="40919"/>
                            <a14:foregroundMark x1="30980" y1="22933" x2="14444" y2="17954"/>
                            <a14:foregroundMark x1="50035" y1="28670" x2="31865" y2="23199"/>
                            <a14:foregroundMark x1="72000" y1="35282" x2="57564" y2="30936"/>
                            <a14:foregroundMark x1="14444" y1="17954" x2="1852" y2="34864"/>
                            <a14:foregroundMark x1="1852" y1="34864" x2="2519" y2="65136"/>
                            <a14:foregroundMark x1="2519" y1="65136" x2="9926" y2="84134"/>
                            <a14:foregroundMark x1="9926" y1="84134" x2="27778" y2="86221"/>
                            <a14:foregroundMark x1="27778" y1="86221" x2="49926" y2="63674"/>
                            <a14:foregroundMark x1="49926" y1="63674" x2="64074" y2="35491"/>
                            <a14:foregroundMark x1="58501" y1="16027" x2="57259" y2="11691"/>
                            <a14:foregroundMark x1="64074" y1="35491" x2="58651" y2="16552"/>
                            <a14:foregroundMark x1="57259" y1="11691" x2="30815" y2="10647"/>
                            <a14:foregroundMark x1="30815" y1="10647" x2="8963" y2="38622"/>
                            <a14:foregroundMark x1="8963" y1="38622" x2="13556" y2="85804"/>
                            <a14:foregroundMark x1="13556" y1="85804" x2="18444" y2="97286"/>
                            <a14:foregroundMark x1="18444" y1="97286" x2="75481" y2="90397"/>
                            <a14:foregroundMark x1="75481" y1="90397" x2="84889" y2="65136"/>
                            <a14:foregroundMark x1="84889" y1="65136" x2="61704" y2="41545"/>
                            <a14:foregroundMark x1="61704" y1="41545" x2="29407" y2="45511"/>
                            <a14:foregroundMark x1="29407" y1="45511" x2="17556" y2="80793"/>
                            <a14:foregroundMark x1="17556" y1="80793" x2="20148" y2="98747"/>
                            <a14:foregroundMark x1="20148" y1="98747" x2="75778" y2="88518"/>
                            <a14:foregroundMark x1="75778" y1="88518" x2="98593" y2="61795"/>
                            <a14:foregroundMark x1="98593" y1="61795" x2="93259" y2="49061"/>
                            <a14:foregroundMark x1="93259" y1="49061" x2="77111" y2="62213"/>
                            <a14:foregroundMark x1="77111" y1="62213" x2="71630" y2="80793"/>
                            <a14:foregroundMark x1="71630" y1="80793" x2="75185" y2="96033"/>
                            <a14:foregroundMark x1="75185" y1="96033" x2="86889" y2="29854"/>
                            <a14:foregroundMark x1="86889" y1="29854" x2="84148" y2="74530"/>
                            <a14:foregroundMark x1="84148" y1="74530" x2="88148" y2="95407"/>
                            <a14:foregroundMark x1="88148" y1="95407" x2="94222" y2="91441"/>
                            <a14:foregroundMark x1="94222" y1="91441" x2="94667" y2="89144"/>
                            <a14:foregroundMark x1="97926" y1="13570" x2="99704" y2="64092"/>
                            <a14:foregroundMark x1="99704" y1="64092" x2="95259" y2="17537"/>
                            <a14:foregroundMark x1="95259" y1="17537" x2="95259" y2="15658"/>
                            <a14:foregroundMark x1="97630" y1="9395" x2="99185" y2="77871"/>
                            <a14:foregroundMark x1="99185" y1="77871" x2="97704" y2="94154"/>
                            <a14:foregroundMark x1="97704" y1="94154" x2="90296" y2="92276"/>
                            <a14:foregroundMark x1="90296" y1="92276" x2="90074" y2="78288"/>
                            <a14:foregroundMark x1="96963" y1="73695" x2="92296" y2="87891"/>
                            <a14:foregroundMark x1="92296" y1="87891" x2="96815" y2="78914"/>
                            <a14:foregroundMark x1="96815" y1="78914" x2="95556" y2="63674"/>
                            <a14:foregroundMark x1="95556" y1="63674" x2="95481" y2="63674"/>
                            <a14:foregroundMark x1="97556" y1="61169" x2="97852" y2="83299"/>
                            <a14:foregroundMark x1="97852" y1="83299" x2="96963" y2="56159"/>
                            <a14:foregroundMark x1="97333" y1="55532" x2="98148" y2="81837"/>
                            <a14:foregroundMark x1="27259" y1="11900" x2="9845" y2="7334"/>
                            <a14:foregroundMark x1="2243" y1="12030" x2="3185" y2="36743"/>
                            <a14:foregroundMark x1="3185" y1="36743" x2="1259" y2="47182"/>
                            <a14:foregroundMark x1="5481" y1="15449" x2="2519" y2="12944"/>
                            <a14:foregroundMark x1="3333" y1="19833" x2="74" y2="14614"/>
                            <a14:foregroundMark x1="58370" y1="55324" x2="61407" y2="53653"/>
                            <a14:backgroundMark x1="963" y1="6681" x2="9259" y2="7724"/>
                            <a14:backgroundMark x1="8519" y1="8351" x2="2296" y2="6681"/>
                            <a14:backgroundMark x1="2296" y1="6681" x2="7111" y2="6889"/>
                            <a14:backgroundMark x1="9037" y1="7933" x2="2963" y2="10021"/>
                            <a14:backgroundMark x1="2963" y1="10021" x2="8444" y2="5010"/>
                            <a14:backgroundMark x1="7407" y1="5846" x2="10222" y2="5637"/>
                            <a14:backgroundMark x1="9111" y1="7307" x2="8074" y2="9186"/>
                            <a14:backgroundMark x1="3630" y1="6681" x2="74" y2="8142"/>
                            <a14:backgroundMark x1="1111" y1="9186" x2="3333" y2="8977"/>
                            <a14:backgroundMark x1="31556" y1="19415" x2="37259" y2="19624"/>
                            <a14:backgroundMark x1="37259" y1="19624" x2="39333" y2="18998"/>
                            <a14:backgroundMark x1="39852" y1="19624" x2="36815" y2="20668"/>
                            <a14:backgroundMark x1="39926" y1="18163" x2="32222" y2="19624"/>
                            <a14:backgroundMark x1="50667" y1="28392" x2="55630" y2="28392"/>
                            <a14:backgroundMark x1="56963" y1="28392" x2="51556" y2="29436"/>
                            <a14:backgroundMark x1="51481" y1="29436" x2="50741" y2="28601"/>
                            <a14:backgroundMark x1="50889" y1="28184" x2="49926" y2="28184"/>
                            <a14:backgroundMark x1="50741" y1="29228" x2="50963" y2="29436"/>
                            <a14:backgroundMark x1="59037" y1="13570" x2="67111" y2="12317"/>
                            <a14:backgroundMark x1="67333" y1="12317" x2="60593" y2="11900"/>
                            <a14:backgroundMark x1="60444" y1="13779" x2="66519" y2="13987"/>
                            <a14:backgroundMark x1="73185" y1="17328" x2="80519" y2="17328"/>
                            <a14:backgroundMark x1="80148" y1="18163" x2="73556" y2="18163"/>
                            <a14:backgroundMark x1="75407" y1="16284" x2="80148" y2="15866"/>
                            <a14:backgroundMark x1="88593" y1="31315" x2="93037" y2="30480"/>
                            <a14:backgroundMark x1="92593" y1="32777" x2="89556" y2="32985"/>
                            <a14:backgroundMark x1="90074" y1="32568" x2="92000" y2="31106"/>
                            <a14:backgroundMark x1="92222" y1="32985" x2="88815" y2="33820"/>
                            <a14:backgroundMark x1="31852" y1="19207" x2="31481" y2="20877"/>
                            <a14:backgroundMark x1="31111" y1="18789" x2="32444" y2="21712"/>
                            <a14:backgroundMark x1="31630" y1="17954" x2="31630" y2="20459"/>
                            <a14:backgroundMark x1="31333" y1="16493" x2="32519" y2="18163"/>
                            <a14:backgroundMark x1="32000" y1="18372" x2="33111" y2="18998"/>
                            <a14:backgroundMark x1="31852" y1="19415" x2="31852" y2="21503"/>
                            <a14:backgroundMark x1="8741" y1="7516" x2="8148" y2="9395"/>
                            <a14:backgroundMark x1="51111" y1="27975" x2="55259" y2="28601"/>
                          </a14:backgroundRemoval>
                        </a14:imgEffect>
                      </a14:imgLayer>
                    </a14:imgProps>
                  </a:ext>
                </a:extLst>
              </a:blip>
              <a:srcRect l="2382" t="18640" r="72574" b="10674"/>
              <a:stretch/>
            </p:blipFill>
            <p:spPr>
              <a:xfrm>
                <a:off x="1949300" y="2345754"/>
                <a:ext cx="2181226" cy="2184402"/>
              </a:xfrm>
              <a:prstGeom prst="rect">
                <a:avLst/>
              </a:prstGeom>
            </p:spPr>
          </p:pic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8EC1F8C-76F0-4FB0-9396-6C0D806471C5}"/>
                </a:ext>
              </a:extLst>
            </p:cNvPr>
            <p:cNvSpPr/>
            <p:nvPr/>
          </p:nvSpPr>
          <p:spPr>
            <a:xfrm>
              <a:off x="8214645" y="1085818"/>
              <a:ext cx="128204" cy="1857834"/>
            </a:xfrm>
            <a:prstGeom prst="rect">
              <a:avLst/>
            </a:prstGeom>
            <a:solidFill>
              <a:srgbClr val="E0E0E0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29114EB-437A-4A47-BCB8-DAFEA4A2C446}"/>
                </a:ext>
              </a:extLst>
            </p:cNvPr>
            <p:cNvCxnSpPr>
              <a:cxnSpLocks/>
            </p:cNvCxnSpPr>
            <p:nvPr/>
          </p:nvCxnSpPr>
          <p:spPr>
            <a:xfrm>
              <a:off x="8009704" y="2589498"/>
              <a:ext cx="198048" cy="354154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3E09F5-7EF0-4356-9768-694E71921B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16637" y="886904"/>
              <a:ext cx="1891115" cy="198914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74A31B8-CC74-4664-81AA-62AF3B593BC4}"/>
                </a:ext>
              </a:extLst>
            </p:cNvPr>
            <p:cNvSpPr/>
            <p:nvPr/>
          </p:nvSpPr>
          <p:spPr>
            <a:xfrm>
              <a:off x="2578068" y="493181"/>
              <a:ext cx="5562297" cy="502357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1C28DAE-1451-4B85-92D3-51AB5055A7CD}"/>
                </a:ext>
              </a:extLst>
            </p:cNvPr>
            <p:cNvSpPr/>
            <p:nvPr/>
          </p:nvSpPr>
          <p:spPr>
            <a:xfrm>
              <a:off x="-25840" y="3060221"/>
              <a:ext cx="2514239" cy="193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3817D27-6800-447A-BF49-0C07C6182ABB}"/>
                </a:ext>
              </a:extLst>
            </p:cNvPr>
            <p:cNvSpPr/>
            <p:nvPr/>
          </p:nvSpPr>
          <p:spPr>
            <a:xfrm rot="5400000">
              <a:off x="-1216840" y="4285837"/>
              <a:ext cx="2514239" cy="19367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AEF2314-B759-4EAB-82CB-2C84ADBF48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1313" y="2943652"/>
              <a:ext cx="1886439" cy="486824"/>
            </a:xfrm>
            <a:prstGeom prst="line">
              <a:avLst/>
            </a:prstGeom>
            <a:ln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180B3F0-1D6A-4551-BC84-EEC5CEAAA723}"/>
                </a:ext>
              </a:extLst>
            </p:cNvPr>
            <p:cNvSpPr/>
            <p:nvPr/>
          </p:nvSpPr>
          <p:spPr>
            <a:xfrm>
              <a:off x="8568942" y="1797776"/>
              <a:ext cx="1665753" cy="253562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AB3577C-E18B-4E08-9D4E-58B1C1966A17}"/>
                </a:ext>
              </a:extLst>
            </p:cNvPr>
            <p:cNvSpPr/>
            <p:nvPr/>
          </p:nvSpPr>
          <p:spPr>
            <a:xfrm>
              <a:off x="8215336" y="2946536"/>
              <a:ext cx="128204" cy="1857834"/>
            </a:xfrm>
            <a:prstGeom prst="rect">
              <a:avLst/>
            </a:prstGeom>
            <a:solidFill>
              <a:srgbClr val="E0E0E0"/>
            </a:solidFill>
            <a:ln>
              <a:solidFill>
                <a:srgbClr val="5555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647B041-CE50-4780-B560-2D1A0B075A53}"/>
              </a:ext>
            </a:extLst>
          </p:cNvPr>
          <p:cNvSpPr txBox="1"/>
          <p:nvPr/>
        </p:nvSpPr>
        <p:spPr>
          <a:xfrm>
            <a:off x="2737799" y="31218"/>
            <a:ext cx="1904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layers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5100074-1293-4037-887E-7EDEA28AAAE7}"/>
              </a:ext>
            </a:extLst>
          </p:cNvPr>
          <p:cNvSpPr txBox="1"/>
          <p:nvPr/>
        </p:nvSpPr>
        <p:spPr>
          <a:xfrm>
            <a:off x="348655" y="34492"/>
            <a:ext cx="1079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 input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FC89C8-1D70-42B5-B105-035286B22720}"/>
              </a:ext>
            </a:extLst>
          </p:cNvPr>
          <p:cNvSpPr txBox="1"/>
          <p:nvPr/>
        </p:nvSpPr>
        <p:spPr>
          <a:xfrm>
            <a:off x="5899238" y="39688"/>
            <a:ext cx="1548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9B27ED-94C1-4AF3-A838-8FF616EA49EC}"/>
              </a:ext>
            </a:extLst>
          </p:cNvPr>
          <p:cNvSpPr txBox="1"/>
          <p:nvPr/>
        </p:nvSpPr>
        <p:spPr>
          <a:xfrm>
            <a:off x="313814" y="2051730"/>
            <a:ext cx="1160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input</a:t>
            </a:r>
          </a:p>
        </p:txBody>
      </p:sp>
    </p:spTree>
    <p:extLst>
      <p:ext uri="{BB962C8B-B14F-4D97-AF65-F5344CB8AC3E}">
        <p14:creationId xmlns:p14="http://schemas.microsoft.com/office/powerpoint/2010/main" val="3140365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9D0012-8D14-4791-95C1-B2E40AE821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" t="3239" r="53989" b="3063"/>
          <a:stretch/>
        </p:blipFill>
        <p:spPr>
          <a:xfrm>
            <a:off x="257257" y="326795"/>
            <a:ext cx="6498684" cy="63854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55FD59-4642-4BC1-A181-77814C3FF250}"/>
              </a:ext>
            </a:extLst>
          </p:cNvPr>
          <p:cNvSpPr txBox="1"/>
          <p:nvPr/>
        </p:nvSpPr>
        <p:spPr>
          <a:xfrm>
            <a:off x="2196785" y="0"/>
            <a:ext cx="288893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vs. Estimated relative 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570F97-F029-4A19-9D47-FB47989BE0B6}"/>
                  </a:ext>
                </a:extLst>
              </p:cNvPr>
              <p:cNvSpPr txBox="1"/>
              <p:nvPr/>
            </p:nvSpPr>
            <p:spPr>
              <a:xfrm rot="16200000">
                <a:off x="-1296878" y="3279026"/>
                <a:ext cx="2834046" cy="348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Estimated relative angle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[deg]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570F97-F029-4A19-9D47-FB47989BE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296878" y="3279026"/>
                <a:ext cx="2834046" cy="348942"/>
              </a:xfrm>
              <a:prstGeom prst="rect">
                <a:avLst/>
              </a:prstGeom>
              <a:blipFill>
                <a:blip r:embed="rId3"/>
                <a:stretch>
                  <a:fillRect l="-1754" r="-22807" b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B7DE3-A020-4453-8A16-2B238DC5EA37}"/>
                  </a:ext>
                </a:extLst>
              </p:cNvPr>
              <p:cNvSpPr txBox="1"/>
              <p:nvPr/>
            </p:nvSpPr>
            <p:spPr>
              <a:xfrm>
                <a:off x="2447848" y="6646238"/>
                <a:ext cx="238680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relative angle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[deg]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B7DE3-A020-4453-8A16-2B238DC5E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848" y="6646238"/>
                <a:ext cx="2386807" cy="338554"/>
              </a:xfrm>
              <a:prstGeom prst="rect">
                <a:avLst/>
              </a:prstGeom>
              <a:blipFill>
                <a:blip r:embed="rId4"/>
                <a:stretch>
                  <a:fillRect l="-1535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4A3D866D-8015-4065-9243-431EA88090FF}"/>
              </a:ext>
            </a:extLst>
          </p:cNvPr>
          <p:cNvSpPr/>
          <p:nvPr/>
        </p:nvSpPr>
        <p:spPr>
          <a:xfrm>
            <a:off x="294617" y="169277"/>
            <a:ext cx="23194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C0929-8187-4ED7-8BF4-2AE55D8D5830}"/>
              </a:ext>
            </a:extLst>
          </p:cNvPr>
          <p:cNvSpPr/>
          <p:nvPr/>
        </p:nvSpPr>
        <p:spPr>
          <a:xfrm>
            <a:off x="6523997" y="6509989"/>
            <a:ext cx="23194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68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8D06AF-3A33-4A2C-8445-60DAA8E44A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44" t="2769" r="1822" b="3811"/>
          <a:stretch/>
        </p:blipFill>
        <p:spPr>
          <a:xfrm>
            <a:off x="410845" y="330605"/>
            <a:ext cx="6359082" cy="63625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55FD59-4642-4BC1-A181-77814C3FF250}"/>
              </a:ext>
            </a:extLst>
          </p:cNvPr>
          <p:cNvSpPr txBox="1"/>
          <p:nvPr/>
        </p:nvSpPr>
        <p:spPr>
          <a:xfrm>
            <a:off x="2216824" y="14912"/>
            <a:ext cx="2946640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vs. Estimated relative radius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570F97-F029-4A19-9D47-FB47989BE0B6}"/>
                  </a:ext>
                </a:extLst>
              </p:cNvPr>
              <p:cNvSpPr txBox="1"/>
              <p:nvPr/>
            </p:nvSpPr>
            <p:spPr>
              <a:xfrm rot="16200000">
                <a:off x="-1329602" y="3289042"/>
                <a:ext cx="2983124" cy="3452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Estimated relative radius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[mm]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570F97-F029-4A19-9D47-FB47989BE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1329602" y="3289042"/>
                <a:ext cx="2983124" cy="345223"/>
              </a:xfrm>
              <a:prstGeom prst="rect">
                <a:avLst/>
              </a:prstGeom>
              <a:blipFill>
                <a:blip r:embed="rId3"/>
                <a:stretch>
                  <a:fillRect l="-3509" r="-21053" b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B7DE3-A020-4453-8A16-2B238DC5EA37}"/>
                  </a:ext>
                </a:extLst>
              </p:cNvPr>
              <p:cNvSpPr txBox="1"/>
              <p:nvPr/>
            </p:nvSpPr>
            <p:spPr>
              <a:xfrm>
                <a:off x="2455863" y="6624488"/>
                <a:ext cx="24685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relative radius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[mm]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6DB7DE3-A020-4453-8A16-2B238DC5E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863" y="6624488"/>
                <a:ext cx="2468561" cy="338554"/>
              </a:xfrm>
              <a:prstGeom prst="rect">
                <a:avLst/>
              </a:prstGeom>
              <a:blipFill>
                <a:blip r:embed="rId4"/>
                <a:stretch>
                  <a:fillRect l="-1481" t="-5455" r="-247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0366359-6E42-4616-AFE0-B536DCA33DA2}"/>
              </a:ext>
            </a:extLst>
          </p:cNvPr>
          <p:cNvSpPr/>
          <p:nvPr/>
        </p:nvSpPr>
        <p:spPr>
          <a:xfrm>
            <a:off x="294617" y="169277"/>
            <a:ext cx="231944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723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136</Words>
  <Application>Microsoft Office PowerPoint</Application>
  <PresentationFormat>Custom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46</cp:revision>
  <dcterms:created xsi:type="dcterms:W3CDTF">2024-05-28T14:05:53Z</dcterms:created>
  <dcterms:modified xsi:type="dcterms:W3CDTF">2024-06-09T13:45:05Z</dcterms:modified>
</cp:coreProperties>
</file>