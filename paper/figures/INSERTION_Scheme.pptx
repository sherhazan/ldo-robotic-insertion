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7" r:id="rId2"/>
  </p:sldIdLst>
  <p:sldSz cx="7380288" cy="57959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64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140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3522" y="948553"/>
            <a:ext cx="6273245" cy="2017854"/>
          </a:xfrm>
        </p:spPr>
        <p:txBody>
          <a:bodyPr anchor="b"/>
          <a:lstStyle>
            <a:lvl1pPr algn="ctr">
              <a:defRPr sz="484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2536" y="3044223"/>
            <a:ext cx="5535216" cy="1399349"/>
          </a:xfrm>
        </p:spPr>
        <p:txBody>
          <a:bodyPr/>
          <a:lstStyle>
            <a:lvl1pPr marL="0" indent="0" algn="ctr">
              <a:buNone/>
              <a:defRPr sz="1937"/>
            </a:lvl1pPr>
            <a:lvl2pPr marL="369006" indent="0" algn="ctr">
              <a:buNone/>
              <a:defRPr sz="1614"/>
            </a:lvl2pPr>
            <a:lvl3pPr marL="738012" indent="0" algn="ctr">
              <a:buNone/>
              <a:defRPr sz="1453"/>
            </a:lvl3pPr>
            <a:lvl4pPr marL="1107018" indent="0" algn="ctr">
              <a:buNone/>
              <a:defRPr sz="1291"/>
            </a:lvl4pPr>
            <a:lvl5pPr marL="1476024" indent="0" algn="ctr">
              <a:buNone/>
              <a:defRPr sz="1291"/>
            </a:lvl5pPr>
            <a:lvl6pPr marL="1845031" indent="0" algn="ctr">
              <a:buNone/>
              <a:defRPr sz="1291"/>
            </a:lvl6pPr>
            <a:lvl7pPr marL="2214037" indent="0" algn="ctr">
              <a:buNone/>
              <a:defRPr sz="1291"/>
            </a:lvl7pPr>
            <a:lvl8pPr marL="2583043" indent="0" algn="ctr">
              <a:buNone/>
              <a:defRPr sz="1291"/>
            </a:lvl8pPr>
            <a:lvl9pPr marL="2952049" indent="0" algn="ctr">
              <a:buNone/>
              <a:defRPr sz="129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943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363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552" y="1444968"/>
            <a:ext cx="6365498" cy="2410959"/>
          </a:xfrm>
        </p:spPr>
        <p:txBody>
          <a:bodyPr anchor="b"/>
          <a:lstStyle>
            <a:lvl1pPr>
              <a:defRPr sz="484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552" y="3878736"/>
            <a:ext cx="6365498" cy="1267866"/>
          </a:xfrm>
        </p:spPr>
        <p:txBody>
          <a:bodyPr/>
          <a:lstStyle>
            <a:lvl1pPr marL="0" indent="0">
              <a:buNone/>
              <a:defRPr sz="1937">
                <a:solidFill>
                  <a:schemeClr val="tx1"/>
                </a:solidFill>
              </a:defRPr>
            </a:lvl1pPr>
            <a:lvl2pPr marL="369006" indent="0">
              <a:buNone/>
              <a:defRPr sz="1614">
                <a:solidFill>
                  <a:schemeClr val="tx1">
                    <a:tint val="75000"/>
                  </a:schemeClr>
                </a:solidFill>
              </a:defRPr>
            </a:lvl2pPr>
            <a:lvl3pPr marL="738012" indent="0">
              <a:buNone/>
              <a:defRPr sz="1453">
                <a:solidFill>
                  <a:schemeClr val="tx1">
                    <a:tint val="75000"/>
                  </a:schemeClr>
                </a:solidFill>
              </a:defRPr>
            </a:lvl3pPr>
            <a:lvl4pPr marL="1107018" indent="0">
              <a:buNone/>
              <a:defRPr sz="1291">
                <a:solidFill>
                  <a:schemeClr val="tx1">
                    <a:tint val="75000"/>
                  </a:schemeClr>
                </a:solidFill>
              </a:defRPr>
            </a:lvl4pPr>
            <a:lvl5pPr marL="1476024" indent="0">
              <a:buNone/>
              <a:defRPr sz="1291">
                <a:solidFill>
                  <a:schemeClr val="tx1">
                    <a:tint val="75000"/>
                  </a:schemeClr>
                </a:solidFill>
              </a:defRPr>
            </a:lvl5pPr>
            <a:lvl6pPr marL="1845031" indent="0">
              <a:buNone/>
              <a:defRPr sz="1291">
                <a:solidFill>
                  <a:schemeClr val="tx1">
                    <a:tint val="75000"/>
                  </a:schemeClr>
                </a:solidFill>
              </a:defRPr>
            </a:lvl6pPr>
            <a:lvl7pPr marL="2214037" indent="0">
              <a:buNone/>
              <a:defRPr sz="1291">
                <a:solidFill>
                  <a:schemeClr val="tx1">
                    <a:tint val="75000"/>
                  </a:schemeClr>
                </a:solidFill>
              </a:defRPr>
            </a:lvl7pPr>
            <a:lvl8pPr marL="2583043" indent="0">
              <a:buNone/>
              <a:defRPr sz="1291">
                <a:solidFill>
                  <a:schemeClr val="tx1">
                    <a:tint val="75000"/>
                  </a:schemeClr>
                </a:solidFill>
              </a:defRPr>
            </a:lvl8pPr>
            <a:lvl9pPr marL="2952049" indent="0">
              <a:buNone/>
              <a:defRPr sz="12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203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7395" y="1542907"/>
            <a:ext cx="3136622" cy="36774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36271" y="1542907"/>
            <a:ext cx="3136622" cy="36774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881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356" y="308583"/>
            <a:ext cx="6365498" cy="112028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357" y="1420816"/>
            <a:ext cx="3122207" cy="696320"/>
          </a:xfrm>
        </p:spPr>
        <p:txBody>
          <a:bodyPr anchor="b"/>
          <a:lstStyle>
            <a:lvl1pPr marL="0" indent="0">
              <a:buNone/>
              <a:defRPr sz="1937" b="1"/>
            </a:lvl1pPr>
            <a:lvl2pPr marL="369006" indent="0">
              <a:buNone/>
              <a:defRPr sz="1614" b="1"/>
            </a:lvl2pPr>
            <a:lvl3pPr marL="738012" indent="0">
              <a:buNone/>
              <a:defRPr sz="1453" b="1"/>
            </a:lvl3pPr>
            <a:lvl4pPr marL="1107018" indent="0">
              <a:buNone/>
              <a:defRPr sz="1291" b="1"/>
            </a:lvl4pPr>
            <a:lvl5pPr marL="1476024" indent="0">
              <a:buNone/>
              <a:defRPr sz="1291" b="1"/>
            </a:lvl5pPr>
            <a:lvl6pPr marL="1845031" indent="0">
              <a:buNone/>
              <a:defRPr sz="1291" b="1"/>
            </a:lvl6pPr>
            <a:lvl7pPr marL="2214037" indent="0">
              <a:buNone/>
              <a:defRPr sz="1291" b="1"/>
            </a:lvl7pPr>
            <a:lvl8pPr marL="2583043" indent="0">
              <a:buNone/>
              <a:defRPr sz="1291" b="1"/>
            </a:lvl8pPr>
            <a:lvl9pPr marL="2952049" indent="0">
              <a:buNone/>
              <a:defRPr sz="1291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357" y="2117136"/>
            <a:ext cx="3122207" cy="31139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36271" y="1420816"/>
            <a:ext cx="3137584" cy="696320"/>
          </a:xfrm>
        </p:spPr>
        <p:txBody>
          <a:bodyPr anchor="b"/>
          <a:lstStyle>
            <a:lvl1pPr marL="0" indent="0">
              <a:buNone/>
              <a:defRPr sz="1937" b="1"/>
            </a:lvl1pPr>
            <a:lvl2pPr marL="369006" indent="0">
              <a:buNone/>
              <a:defRPr sz="1614" b="1"/>
            </a:lvl2pPr>
            <a:lvl3pPr marL="738012" indent="0">
              <a:buNone/>
              <a:defRPr sz="1453" b="1"/>
            </a:lvl3pPr>
            <a:lvl4pPr marL="1107018" indent="0">
              <a:buNone/>
              <a:defRPr sz="1291" b="1"/>
            </a:lvl4pPr>
            <a:lvl5pPr marL="1476024" indent="0">
              <a:buNone/>
              <a:defRPr sz="1291" b="1"/>
            </a:lvl5pPr>
            <a:lvl6pPr marL="1845031" indent="0">
              <a:buNone/>
              <a:defRPr sz="1291" b="1"/>
            </a:lvl6pPr>
            <a:lvl7pPr marL="2214037" indent="0">
              <a:buNone/>
              <a:defRPr sz="1291" b="1"/>
            </a:lvl7pPr>
            <a:lvl8pPr marL="2583043" indent="0">
              <a:buNone/>
              <a:defRPr sz="1291" b="1"/>
            </a:lvl8pPr>
            <a:lvl9pPr marL="2952049" indent="0">
              <a:buNone/>
              <a:defRPr sz="1291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36271" y="2117136"/>
            <a:ext cx="3137584" cy="31139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819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677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700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356" y="386398"/>
            <a:ext cx="2380335" cy="1352391"/>
          </a:xfrm>
        </p:spPr>
        <p:txBody>
          <a:bodyPr anchor="b"/>
          <a:lstStyle>
            <a:lvl1pPr>
              <a:defRPr sz="25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7584" y="834513"/>
            <a:ext cx="3736271" cy="4118890"/>
          </a:xfrm>
        </p:spPr>
        <p:txBody>
          <a:bodyPr/>
          <a:lstStyle>
            <a:lvl1pPr>
              <a:defRPr sz="2583"/>
            </a:lvl1pPr>
            <a:lvl2pPr>
              <a:defRPr sz="2260"/>
            </a:lvl2pPr>
            <a:lvl3pPr>
              <a:defRPr sz="1937"/>
            </a:lvl3pPr>
            <a:lvl4pPr>
              <a:defRPr sz="1614"/>
            </a:lvl4pPr>
            <a:lvl5pPr>
              <a:defRPr sz="1614"/>
            </a:lvl5pPr>
            <a:lvl6pPr>
              <a:defRPr sz="1614"/>
            </a:lvl6pPr>
            <a:lvl7pPr>
              <a:defRPr sz="1614"/>
            </a:lvl7pPr>
            <a:lvl8pPr>
              <a:defRPr sz="1614"/>
            </a:lvl8pPr>
            <a:lvl9pPr>
              <a:defRPr sz="1614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356" y="1738789"/>
            <a:ext cx="2380335" cy="3221322"/>
          </a:xfrm>
        </p:spPr>
        <p:txBody>
          <a:bodyPr/>
          <a:lstStyle>
            <a:lvl1pPr marL="0" indent="0">
              <a:buNone/>
              <a:defRPr sz="1291"/>
            </a:lvl1pPr>
            <a:lvl2pPr marL="369006" indent="0">
              <a:buNone/>
              <a:defRPr sz="1130"/>
            </a:lvl2pPr>
            <a:lvl3pPr marL="738012" indent="0">
              <a:buNone/>
              <a:defRPr sz="969"/>
            </a:lvl3pPr>
            <a:lvl4pPr marL="1107018" indent="0">
              <a:buNone/>
              <a:defRPr sz="807"/>
            </a:lvl4pPr>
            <a:lvl5pPr marL="1476024" indent="0">
              <a:buNone/>
              <a:defRPr sz="807"/>
            </a:lvl5pPr>
            <a:lvl6pPr marL="1845031" indent="0">
              <a:buNone/>
              <a:defRPr sz="807"/>
            </a:lvl6pPr>
            <a:lvl7pPr marL="2214037" indent="0">
              <a:buNone/>
              <a:defRPr sz="807"/>
            </a:lvl7pPr>
            <a:lvl8pPr marL="2583043" indent="0">
              <a:buNone/>
              <a:defRPr sz="807"/>
            </a:lvl8pPr>
            <a:lvl9pPr marL="2952049" indent="0">
              <a:buNone/>
              <a:defRPr sz="80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164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356" y="386398"/>
            <a:ext cx="2380335" cy="1352391"/>
          </a:xfrm>
        </p:spPr>
        <p:txBody>
          <a:bodyPr anchor="b"/>
          <a:lstStyle>
            <a:lvl1pPr>
              <a:defRPr sz="25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37584" y="834513"/>
            <a:ext cx="3736271" cy="4118890"/>
          </a:xfrm>
        </p:spPr>
        <p:txBody>
          <a:bodyPr anchor="t"/>
          <a:lstStyle>
            <a:lvl1pPr marL="0" indent="0">
              <a:buNone/>
              <a:defRPr sz="2583"/>
            </a:lvl1pPr>
            <a:lvl2pPr marL="369006" indent="0">
              <a:buNone/>
              <a:defRPr sz="2260"/>
            </a:lvl2pPr>
            <a:lvl3pPr marL="738012" indent="0">
              <a:buNone/>
              <a:defRPr sz="1937"/>
            </a:lvl3pPr>
            <a:lvl4pPr marL="1107018" indent="0">
              <a:buNone/>
              <a:defRPr sz="1614"/>
            </a:lvl4pPr>
            <a:lvl5pPr marL="1476024" indent="0">
              <a:buNone/>
              <a:defRPr sz="1614"/>
            </a:lvl5pPr>
            <a:lvl6pPr marL="1845031" indent="0">
              <a:buNone/>
              <a:defRPr sz="1614"/>
            </a:lvl6pPr>
            <a:lvl7pPr marL="2214037" indent="0">
              <a:buNone/>
              <a:defRPr sz="1614"/>
            </a:lvl7pPr>
            <a:lvl8pPr marL="2583043" indent="0">
              <a:buNone/>
              <a:defRPr sz="1614"/>
            </a:lvl8pPr>
            <a:lvl9pPr marL="2952049" indent="0">
              <a:buNone/>
              <a:defRPr sz="161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356" y="1738789"/>
            <a:ext cx="2380335" cy="3221322"/>
          </a:xfrm>
        </p:spPr>
        <p:txBody>
          <a:bodyPr/>
          <a:lstStyle>
            <a:lvl1pPr marL="0" indent="0">
              <a:buNone/>
              <a:defRPr sz="1291"/>
            </a:lvl1pPr>
            <a:lvl2pPr marL="369006" indent="0">
              <a:buNone/>
              <a:defRPr sz="1130"/>
            </a:lvl2pPr>
            <a:lvl3pPr marL="738012" indent="0">
              <a:buNone/>
              <a:defRPr sz="969"/>
            </a:lvl3pPr>
            <a:lvl4pPr marL="1107018" indent="0">
              <a:buNone/>
              <a:defRPr sz="807"/>
            </a:lvl4pPr>
            <a:lvl5pPr marL="1476024" indent="0">
              <a:buNone/>
              <a:defRPr sz="807"/>
            </a:lvl5pPr>
            <a:lvl6pPr marL="1845031" indent="0">
              <a:buNone/>
              <a:defRPr sz="807"/>
            </a:lvl6pPr>
            <a:lvl7pPr marL="2214037" indent="0">
              <a:buNone/>
              <a:defRPr sz="807"/>
            </a:lvl7pPr>
            <a:lvl8pPr marL="2583043" indent="0">
              <a:buNone/>
              <a:defRPr sz="807"/>
            </a:lvl8pPr>
            <a:lvl9pPr marL="2952049" indent="0">
              <a:buNone/>
              <a:defRPr sz="80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743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000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81519" y="308581"/>
            <a:ext cx="1591375" cy="49118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7395" y="308581"/>
            <a:ext cx="4681870" cy="491181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534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7395" y="308583"/>
            <a:ext cx="6365498" cy="1120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395" y="1542907"/>
            <a:ext cx="6365498" cy="3677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7395" y="5372000"/>
            <a:ext cx="1660565" cy="308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D32CC-42D6-4E9E-8DD7-438BA608F462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44721" y="5372000"/>
            <a:ext cx="2490847" cy="308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212328" y="5372000"/>
            <a:ext cx="1660565" cy="308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47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738012" rtl="0" eaLnBrk="1" latinLnBrk="0" hangingPunct="1">
        <a:lnSpc>
          <a:spcPct val="90000"/>
        </a:lnSpc>
        <a:spcBef>
          <a:spcPct val="0"/>
        </a:spcBef>
        <a:buNone/>
        <a:defRPr sz="355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4503" indent="-184503" algn="l" defTabSz="738012" rtl="0" eaLnBrk="1" latinLnBrk="0" hangingPunct="1">
        <a:lnSpc>
          <a:spcPct val="90000"/>
        </a:lnSpc>
        <a:spcBef>
          <a:spcPts val="807"/>
        </a:spcBef>
        <a:buFont typeface="Arial" panose="020B0604020202020204" pitchFamily="34" charset="0"/>
        <a:buChar char="•"/>
        <a:defRPr sz="2260" kern="1200">
          <a:solidFill>
            <a:schemeClr val="tx1"/>
          </a:solidFill>
          <a:latin typeface="+mn-lt"/>
          <a:ea typeface="+mn-ea"/>
          <a:cs typeface="+mn-cs"/>
        </a:defRPr>
      </a:lvl1pPr>
      <a:lvl2pPr marL="553509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937" kern="1200">
          <a:solidFill>
            <a:schemeClr val="tx1"/>
          </a:solidFill>
          <a:latin typeface="+mn-lt"/>
          <a:ea typeface="+mn-ea"/>
          <a:cs typeface="+mn-cs"/>
        </a:defRPr>
      </a:lvl2pPr>
      <a:lvl3pPr marL="922515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614" kern="1200">
          <a:solidFill>
            <a:schemeClr val="tx1"/>
          </a:solidFill>
          <a:latin typeface="+mn-lt"/>
          <a:ea typeface="+mn-ea"/>
          <a:cs typeface="+mn-cs"/>
        </a:defRPr>
      </a:lvl3pPr>
      <a:lvl4pPr marL="1291521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3" kern="1200">
          <a:solidFill>
            <a:schemeClr val="tx1"/>
          </a:solidFill>
          <a:latin typeface="+mn-lt"/>
          <a:ea typeface="+mn-ea"/>
          <a:cs typeface="+mn-cs"/>
        </a:defRPr>
      </a:lvl4pPr>
      <a:lvl5pPr marL="1660528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3" kern="1200">
          <a:solidFill>
            <a:schemeClr val="tx1"/>
          </a:solidFill>
          <a:latin typeface="+mn-lt"/>
          <a:ea typeface="+mn-ea"/>
          <a:cs typeface="+mn-cs"/>
        </a:defRPr>
      </a:lvl5pPr>
      <a:lvl6pPr marL="2029534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3" kern="1200">
          <a:solidFill>
            <a:schemeClr val="tx1"/>
          </a:solidFill>
          <a:latin typeface="+mn-lt"/>
          <a:ea typeface="+mn-ea"/>
          <a:cs typeface="+mn-cs"/>
        </a:defRPr>
      </a:lvl6pPr>
      <a:lvl7pPr marL="2398540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3" kern="1200">
          <a:solidFill>
            <a:schemeClr val="tx1"/>
          </a:solidFill>
          <a:latin typeface="+mn-lt"/>
          <a:ea typeface="+mn-ea"/>
          <a:cs typeface="+mn-cs"/>
        </a:defRPr>
      </a:lvl7pPr>
      <a:lvl8pPr marL="2767546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3" kern="1200">
          <a:solidFill>
            <a:schemeClr val="tx1"/>
          </a:solidFill>
          <a:latin typeface="+mn-lt"/>
          <a:ea typeface="+mn-ea"/>
          <a:cs typeface="+mn-cs"/>
        </a:defRPr>
      </a:lvl8pPr>
      <a:lvl9pPr marL="3136552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1pPr>
      <a:lvl2pPr marL="369006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2pPr>
      <a:lvl3pPr marL="738012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3pPr>
      <a:lvl4pPr marL="1107018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4pPr>
      <a:lvl5pPr marL="1476024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5pPr>
      <a:lvl6pPr marL="1845031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6pPr>
      <a:lvl7pPr marL="2214037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7pPr>
      <a:lvl8pPr marL="2583043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8pPr>
      <a:lvl9pPr marL="2952049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Rectangle 208">
            <a:extLst>
              <a:ext uri="{FF2B5EF4-FFF2-40B4-BE49-F238E27FC236}">
                <a16:creationId xmlns:a16="http://schemas.microsoft.com/office/drawing/2014/main" id="{44088C25-B277-4854-A5C2-E810E6647147}"/>
              </a:ext>
            </a:extLst>
          </p:cNvPr>
          <p:cNvSpPr/>
          <p:nvPr/>
        </p:nvSpPr>
        <p:spPr>
          <a:xfrm>
            <a:off x="39757" y="1156742"/>
            <a:ext cx="7305260" cy="4617323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765782DF-D20A-4F80-A2AD-004CF68261E0}"/>
              </a:ext>
            </a:extLst>
          </p:cNvPr>
          <p:cNvSpPr txBox="1"/>
          <p:nvPr/>
        </p:nvSpPr>
        <p:spPr>
          <a:xfrm>
            <a:off x="290612" y="1260979"/>
            <a:ext cx="1873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process</a:t>
            </a: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A91F0F75-773D-448C-A71D-0EE6EDEE6E7B}"/>
              </a:ext>
            </a:extLst>
          </p:cNvPr>
          <p:cNvSpPr/>
          <p:nvPr/>
        </p:nvSpPr>
        <p:spPr>
          <a:xfrm>
            <a:off x="460333" y="4640871"/>
            <a:ext cx="1526547" cy="71136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Insertion</a:t>
            </a:r>
          </a:p>
        </p:txBody>
      </p:sp>
      <p:cxnSp>
        <p:nvCxnSpPr>
          <p:cNvPr id="213" name="Connector: Elbow 212">
            <a:extLst>
              <a:ext uri="{FF2B5EF4-FFF2-40B4-BE49-F238E27FC236}">
                <a16:creationId xmlns:a16="http://schemas.microsoft.com/office/drawing/2014/main" id="{D6A270D2-6C02-429F-8F86-864C0F45A87E}"/>
              </a:ext>
            </a:extLst>
          </p:cNvPr>
          <p:cNvCxnSpPr>
            <a:cxnSpLocks/>
            <a:stCxn id="36" idx="1"/>
            <a:endCxn id="217" idx="1"/>
          </p:cNvCxnSpPr>
          <p:nvPr/>
        </p:nvCxnSpPr>
        <p:spPr>
          <a:xfrm rot="10800000" flipH="1">
            <a:off x="461654" y="373547"/>
            <a:ext cx="2299923" cy="3474818"/>
          </a:xfrm>
          <a:prstGeom prst="bentConnector3">
            <a:avLst>
              <a:gd name="adj1" fmla="val -993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: Elbow 213">
            <a:extLst>
              <a:ext uri="{FF2B5EF4-FFF2-40B4-BE49-F238E27FC236}">
                <a16:creationId xmlns:a16="http://schemas.microsoft.com/office/drawing/2014/main" id="{E62C3CC8-F9FE-4A83-B1C6-836F842E3EAE}"/>
              </a:ext>
            </a:extLst>
          </p:cNvPr>
          <p:cNvCxnSpPr>
            <a:cxnSpLocks/>
            <a:stCxn id="217" idx="3"/>
            <a:endCxn id="218" idx="3"/>
          </p:cNvCxnSpPr>
          <p:nvPr/>
        </p:nvCxnSpPr>
        <p:spPr>
          <a:xfrm>
            <a:off x="4618709" y="373547"/>
            <a:ext cx="1860779" cy="4046964"/>
          </a:xfrm>
          <a:prstGeom prst="bentConnector3">
            <a:avLst>
              <a:gd name="adj1" fmla="val 13550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CB5BE592-CA81-4302-9E79-3CACF705087A}"/>
                  </a:ext>
                </a:extLst>
              </p:cNvPr>
              <p:cNvSpPr txBox="1"/>
              <p:nvPr/>
            </p:nvSpPr>
            <p:spPr>
              <a:xfrm>
                <a:off x="4978652" y="101640"/>
                <a:ext cx="1452346" cy="313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Relative radius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</m:acc>
                  </m:oMath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CB5BE592-CA81-4302-9E79-3CACF70508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652" y="101640"/>
                <a:ext cx="1452346" cy="313612"/>
              </a:xfrm>
              <a:prstGeom prst="rect">
                <a:avLst/>
              </a:prstGeom>
              <a:blipFill>
                <a:blip r:embed="rId2"/>
                <a:stretch>
                  <a:fillRect t="-1961" r="-10924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7" name="Rectangle 216">
            <a:extLst>
              <a:ext uri="{FF2B5EF4-FFF2-40B4-BE49-F238E27FC236}">
                <a16:creationId xmlns:a16="http://schemas.microsoft.com/office/drawing/2014/main" id="{8606DBC3-76C4-4B0F-8675-D7E2D63EFDAD}"/>
              </a:ext>
            </a:extLst>
          </p:cNvPr>
          <p:cNvSpPr/>
          <p:nvPr/>
        </p:nvSpPr>
        <p:spPr>
          <a:xfrm>
            <a:off x="2761578" y="15874"/>
            <a:ext cx="1857131" cy="715345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 vision sensor</a:t>
            </a:r>
          </a:p>
        </p:txBody>
      </p:sp>
      <p:sp>
        <p:nvSpPr>
          <p:cNvPr id="218" name="Diamond 217">
            <a:extLst>
              <a:ext uri="{FF2B5EF4-FFF2-40B4-BE49-F238E27FC236}">
                <a16:creationId xmlns:a16="http://schemas.microsoft.com/office/drawing/2014/main" id="{1015C1B3-2927-48E1-B51B-E972161EF2BE}"/>
              </a:ext>
            </a:extLst>
          </p:cNvPr>
          <p:cNvSpPr/>
          <p:nvPr/>
        </p:nvSpPr>
        <p:spPr>
          <a:xfrm>
            <a:off x="5409470" y="3885502"/>
            <a:ext cx="1070018" cy="1070018"/>
          </a:xfrm>
          <a:prstGeom prst="diamond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47F9FA0D-FCE0-40AC-BF64-5C485E4F0B77}"/>
              </a:ext>
            </a:extLst>
          </p:cNvPr>
          <p:cNvSpPr txBox="1"/>
          <p:nvPr/>
        </p:nvSpPr>
        <p:spPr>
          <a:xfrm>
            <a:off x="5417604" y="4151632"/>
            <a:ext cx="10618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making</a:t>
            </a:r>
          </a:p>
        </p:txBody>
      </p:sp>
      <p:cxnSp>
        <p:nvCxnSpPr>
          <p:cNvPr id="220" name="Connector: Elbow 219">
            <a:extLst>
              <a:ext uri="{FF2B5EF4-FFF2-40B4-BE49-F238E27FC236}">
                <a16:creationId xmlns:a16="http://schemas.microsoft.com/office/drawing/2014/main" id="{9504E58B-11D0-4E53-A017-73EFF46EB05E}"/>
              </a:ext>
            </a:extLst>
          </p:cNvPr>
          <p:cNvCxnSpPr>
            <a:cxnSpLocks/>
            <a:stCxn id="218" idx="0"/>
            <a:endCxn id="36" idx="3"/>
          </p:cNvCxnSpPr>
          <p:nvPr/>
        </p:nvCxnSpPr>
        <p:spPr>
          <a:xfrm rot="16200000" flipV="1">
            <a:off x="3947773" y="1888795"/>
            <a:ext cx="37137" cy="3956277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: Elbow 220">
            <a:extLst>
              <a:ext uri="{FF2B5EF4-FFF2-40B4-BE49-F238E27FC236}">
                <a16:creationId xmlns:a16="http://schemas.microsoft.com/office/drawing/2014/main" id="{1B190216-AD09-400D-AF7A-4DDF8C2CA939}"/>
              </a:ext>
            </a:extLst>
          </p:cNvPr>
          <p:cNvCxnSpPr>
            <a:cxnSpLocks/>
            <a:stCxn id="218" idx="2"/>
            <a:endCxn id="211" idx="3"/>
          </p:cNvCxnSpPr>
          <p:nvPr/>
        </p:nvCxnSpPr>
        <p:spPr>
          <a:xfrm rot="5400000">
            <a:off x="3945163" y="2997238"/>
            <a:ext cx="41034" cy="3957599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9AA749A8-9ABF-4D48-824A-A2F9917CCBA0}"/>
                  </a:ext>
                </a:extLst>
              </p:cNvPr>
              <p:cNvSpPr txBox="1"/>
              <p:nvPr/>
            </p:nvSpPr>
            <p:spPr>
              <a:xfrm>
                <a:off x="3058846" y="3674197"/>
                <a:ext cx="1250146" cy="31361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</m:acc>
                    <m:r>
                      <a:rPr lang="en-US" sz="1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</m:oMath>
                </a14:m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Threshold</a:t>
                </a:r>
              </a:p>
            </p:txBody>
          </p:sp>
        </mc:Choice>
        <mc:Fallback xmlns="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9AA749A8-9ABF-4D48-824A-A2F9917CC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846" y="3674197"/>
                <a:ext cx="1250146" cy="313612"/>
              </a:xfrm>
              <a:prstGeom prst="rect">
                <a:avLst/>
              </a:prstGeom>
              <a:blipFill>
                <a:blip r:embed="rId3"/>
                <a:stretch>
                  <a:fillRect t="-1961" r="-488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2461AEEC-5664-48F8-9CA3-AE35E3033AB9}"/>
                  </a:ext>
                </a:extLst>
              </p:cNvPr>
              <p:cNvSpPr txBox="1"/>
              <p:nvPr/>
            </p:nvSpPr>
            <p:spPr>
              <a:xfrm>
                <a:off x="3073102" y="4823645"/>
                <a:ext cx="1250146" cy="31361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</m:acc>
                    <m:r>
                      <a:rPr lang="en-US" sz="1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Threshold</a:t>
                </a:r>
              </a:p>
            </p:txBody>
          </p:sp>
        </mc:Choice>
        <mc:Fallback xmlns=""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2461AEEC-5664-48F8-9CA3-AE35E3033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3102" y="4823645"/>
                <a:ext cx="1250146" cy="313612"/>
              </a:xfrm>
              <a:prstGeom prst="rect">
                <a:avLst/>
              </a:prstGeom>
              <a:blipFill>
                <a:blip r:embed="rId4"/>
                <a:stretch>
                  <a:fillRect t="-1923" r="-488" b="-1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E89E07B0-1DD1-4ABD-AE6A-9B7537C8CF50}"/>
                  </a:ext>
                </a:extLst>
              </p:cNvPr>
              <p:cNvSpPr txBox="1"/>
              <p:nvPr/>
            </p:nvSpPr>
            <p:spPr>
              <a:xfrm>
                <a:off x="4236476" y="2427527"/>
                <a:ext cx="1380923" cy="5922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</m:oMath>
                </a14:m>
                <a:endPara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Torque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</m:oMath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E89E07B0-1DD1-4ABD-AE6A-9B7537C8CF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6476" y="2427527"/>
                <a:ext cx="1380923" cy="592278"/>
              </a:xfrm>
              <a:prstGeom prst="rect">
                <a:avLst/>
              </a:prstGeom>
              <a:blipFill>
                <a:blip r:embed="rId5"/>
                <a:stretch>
                  <a:fillRect t="-2062" b="-103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E2642DE-C0C3-4156-956A-7CD382A21DF1}"/>
              </a:ext>
            </a:extLst>
          </p:cNvPr>
          <p:cNvCxnSpPr>
            <a:cxnSpLocks/>
            <a:stCxn id="17" idx="2"/>
            <a:endCxn id="85" idx="3"/>
          </p:cNvCxnSpPr>
          <p:nvPr/>
        </p:nvCxnSpPr>
        <p:spPr>
          <a:xfrm flipH="1">
            <a:off x="4447193" y="2733830"/>
            <a:ext cx="8307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3D0DBA7-19F0-4F1F-A507-504D96715628}"/>
              </a:ext>
            </a:extLst>
          </p:cNvPr>
          <p:cNvCxnSpPr>
            <a:cxnSpLocks/>
            <a:stCxn id="217" idx="2"/>
            <a:endCxn id="88" idx="0"/>
          </p:cNvCxnSpPr>
          <p:nvPr/>
        </p:nvCxnSpPr>
        <p:spPr>
          <a:xfrm flipH="1">
            <a:off x="3684395" y="731219"/>
            <a:ext cx="5749" cy="82849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4B09A279-4314-4504-83C4-7F1692407E84}"/>
                  </a:ext>
                </a:extLst>
              </p:cNvPr>
              <p:cNvSpPr txBox="1"/>
              <p:nvPr/>
            </p:nvSpPr>
            <p:spPr>
              <a:xfrm>
                <a:off x="2963970" y="797298"/>
                <a:ext cx="1452346" cy="31688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Relative angle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acc>
                  </m:oMath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4B09A279-4314-4504-83C4-7F1692407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3970" y="797298"/>
                <a:ext cx="1452346" cy="316882"/>
              </a:xfrm>
              <a:prstGeom prst="rect">
                <a:avLst/>
              </a:prstGeom>
              <a:blipFill>
                <a:blip r:embed="rId6"/>
                <a:stretch>
                  <a:fillRect t="-1923" r="-9664" b="-1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BA7170A-AFD9-45E0-B52A-6E31A71404EC}"/>
                  </a:ext>
                </a:extLst>
              </p:cNvPr>
              <p:cNvSpPr txBox="1"/>
              <p:nvPr/>
            </p:nvSpPr>
            <p:spPr>
              <a:xfrm>
                <a:off x="1611615" y="2427527"/>
                <a:ext cx="1317345" cy="5922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sub>
                    </m:sSub>
                  </m:oMath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Torque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sub>
                    </m:sSub>
                  </m:oMath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BA7170A-AFD9-45E0-B52A-6E31A7140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615" y="2427527"/>
                <a:ext cx="1317345" cy="592278"/>
              </a:xfrm>
              <a:prstGeom prst="rect">
                <a:avLst/>
              </a:prstGeom>
              <a:blipFill>
                <a:blip r:embed="rId7"/>
                <a:stretch>
                  <a:fillRect t="-2062" b="-103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F1FF139-AF34-445D-AD7B-E70E5BC5111B}"/>
                  </a:ext>
                </a:extLst>
              </p:cNvPr>
              <p:cNvSpPr txBox="1"/>
              <p:nvPr/>
            </p:nvSpPr>
            <p:spPr>
              <a:xfrm>
                <a:off x="843942" y="1601785"/>
                <a:ext cx="2069341" cy="313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Friction force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</m:acc>
                  </m:oMath>
                </a14:m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F1FF139-AF34-445D-AD7B-E70E5BC51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942" y="1601785"/>
                <a:ext cx="2069341" cy="313612"/>
              </a:xfrm>
              <a:prstGeom prst="rect">
                <a:avLst/>
              </a:prstGeom>
              <a:blipFill>
                <a:blip r:embed="rId8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val 16">
            <a:extLst>
              <a:ext uri="{FF2B5EF4-FFF2-40B4-BE49-F238E27FC236}">
                <a16:creationId xmlns:a16="http://schemas.microsoft.com/office/drawing/2014/main" id="{B4A246F3-186D-41D1-B837-47786EB8E643}"/>
              </a:ext>
            </a:extLst>
          </p:cNvPr>
          <p:cNvSpPr/>
          <p:nvPr/>
        </p:nvSpPr>
        <p:spPr>
          <a:xfrm>
            <a:off x="5277933" y="2378147"/>
            <a:ext cx="1323284" cy="711366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OnRobot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F/T sensor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2DC0DA8-1A75-4753-B379-B8E5692EF0D5}"/>
              </a:ext>
            </a:extLst>
          </p:cNvPr>
          <p:cNvSpPr/>
          <p:nvPr/>
        </p:nvSpPr>
        <p:spPr>
          <a:xfrm>
            <a:off x="461655" y="3492682"/>
            <a:ext cx="1526547" cy="71136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Location improvement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291F100-FCBF-4AD0-A580-993FECD2EC88}"/>
              </a:ext>
            </a:extLst>
          </p:cNvPr>
          <p:cNvSpPr/>
          <p:nvPr/>
        </p:nvSpPr>
        <p:spPr>
          <a:xfrm>
            <a:off x="2920646" y="2378147"/>
            <a:ext cx="1526547" cy="71136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F/T sensor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2290F5E-50F8-4124-A23A-00383F642D9E}"/>
              </a:ext>
            </a:extLst>
          </p:cNvPr>
          <p:cNvSpPr/>
          <p:nvPr/>
        </p:nvSpPr>
        <p:spPr>
          <a:xfrm>
            <a:off x="2921121" y="1559716"/>
            <a:ext cx="1526547" cy="71136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friction force sensor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8AFCD7-41F5-4785-8345-E49F97DA5B74}"/>
              </a:ext>
            </a:extLst>
          </p:cNvPr>
          <p:cNvSpPr/>
          <p:nvPr/>
        </p:nvSpPr>
        <p:spPr>
          <a:xfrm>
            <a:off x="460333" y="3492682"/>
            <a:ext cx="767218" cy="3556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027B1F1-0CF0-484B-9600-08861BC80C80}"/>
              </a:ext>
            </a:extLst>
          </p:cNvPr>
          <p:cNvSpPr/>
          <p:nvPr/>
        </p:nvSpPr>
        <p:spPr>
          <a:xfrm>
            <a:off x="1228006" y="3492681"/>
            <a:ext cx="767218" cy="3556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77199915-8D39-47B0-894E-733DC6AB21B8}"/>
              </a:ext>
            </a:extLst>
          </p:cNvPr>
          <p:cNvCxnSpPr>
            <a:cxnSpLocks/>
            <a:stCxn id="88" idx="1"/>
            <a:endCxn id="2" idx="0"/>
          </p:cNvCxnSpPr>
          <p:nvPr/>
        </p:nvCxnSpPr>
        <p:spPr>
          <a:xfrm rot="10800000" flipV="1">
            <a:off x="843943" y="1915398"/>
            <a:ext cx="2077179" cy="1577283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4F05B4B7-61C4-4B99-A184-89DB110B0442}"/>
              </a:ext>
            </a:extLst>
          </p:cNvPr>
          <p:cNvCxnSpPr>
            <a:cxnSpLocks/>
            <a:stCxn id="85" idx="1"/>
            <a:endCxn id="30" idx="0"/>
          </p:cNvCxnSpPr>
          <p:nvPr/>
        </p:nvCxnSpPr>
        <p:spPr>
          <a:xfrm rot="10800000" flipV="1">
            <a:off x="1611616" y="2733829"/>
            <a:ext cx="1309031" cy="75885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5417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156</TotalTime>
  <Words>48</Words>
  <Application>Microsoft Office PowerPoint</Application>
  <PresentationFormat>Custom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Sher Hazan</dc:creator>
  <cp:lastModifiedBy>Sher Hazan</cp:lastModifiedBy>
  <cp:revision>48</cp:revision>
  <dcterms:created xsi:type="dcterms:W3CDTF">2024-05-28T14:05:53Z</dcterms:created>
  <dcterms:modified xsi:type="dcterms:W3CDTF">2024-07-28T11:49:13Z</dcterms:modified>
</cp:coreProperties>
</file>