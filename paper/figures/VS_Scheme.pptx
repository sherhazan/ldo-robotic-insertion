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</p:sldIdLst>
  <p:sldSz cx="7380288" cy="4500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60"/>
  </p:normalViewPr>
  <p:slideViewPr>
    <p:cSldViewPr snapToGrid="0">
      <p:cViewPr varScale="1">
        <p:scale>
          <a:sx n="194" d="100"/>
          <a:sy n="194" d="100"/>
        </p:scale>
        <p:origin x="17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2536" y="736551"/>
            <a:ext cx="5535216" cy="1566863"/>
          </a:xfrm>
        </p:spPr>
        <p:txBody>
          <a:bodyPr anchor="b"/>
          <a:lstStyle>
            <a:lvl1pPr algn="ctr">
              <a:defRPr sz="36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536" y="2363838"/>
            <a:ext cx="5535216" cy="1086594"/>
          </a:xfrm>
        </p:spPr>
        <p:txBody>
          <a:bodyPr/>
          <a:lstStyle>
            <a:lvl1pPr marL="0" indent="0" algn="ctr">
              <a:buNone/>
              <a:defRPr sz="1453"/>
            </a:lvl1pPr>
            <a:lvl2pPr marL="276743" indent="0" algn="ctr">
              <a:buNone/>
              <a:defRPr sz="1211"/>
            </a:lvl2pPr>
            <a:lvl3pPr marL="553486" indent="0" algn="ctr">
              <a:buNone/>
              <a:defRPr sz="1090"/>
            </a:lvl3pPr>
            <a:lvl4pPr marL="830229" indent="0" algn="ctr">
              <a:buNone/>
              <a:defRPr sz="968"/>
            </a:lvl4pPr>
            <a:lvl5pPr marL="1106973" indent="0" algn="ctr">
              <a:buNone/>
              <a:defRPr sz="968"/>
            </a:lvl5pPr>
            <a:lvl6pPr marL="1383716" indent="0" algn="ctr">
              <a:buNone/>
              <a:defRPr sz="968"/>
            </a:lvl6pPr>
            <a:lvl7pPr marL="1660459" indent="0" algn="ctr">
              <a:buNone/>
              <a:defRPr sz="968"/>
            </a:lvl7pPr>
            <a:lvl8pPr marL="1937202" indent="0" algn="ctr">
              <a:buNone/>
              <a:defRPr sz="968"/>
            </a:lvl8pPr>
            <a:lvl9pPr marL="2213945" indent="0" algn="ctr">
              <a:buNone/>
              <a:defRPr sz="9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40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40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51" y="1122016"/>
            <a:ext cx="6365498" cy="1872109"/>
          </a:xfrm>
        </p:spPr>
        <p:txBody>
          <a:bodyPr anchor="b"/>
          <a:lstStyle>
            <a:lvl1pPr>
              <a:defRPr sz="36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551" y="3011836"/>
            <a:ext cx="6365498" cy="984498"/>
          </a:xfrm>
        </p:spPr>
        <p:txBody>
          <a:bodyPr/>
          <a:lstStyle>
            <a:lvl1pPr marL="0" indent="0">
              <a:buNone/>
              <a:defRPr sz="1453">
                <a:solidFill>
                  <a:schemeClr val="tx1">
                    <a:tint val="75000"/>
                  </a:schemeClr>
                </a:solidFill>
              </a:defRPr>
            </a:lvl1pPr>
            <a:lvl2pPr marL="276743" indent="0">
              <a:buNone/>
              <a:defRPr sz="1211">
                <a:solidFill>
                  <a:schemeClr val="tx1">
                    <a:tint val="75000"/>
                  </a:schemeClr>
                </a:solidFill>
              </a:defRPr>
            </a:lvl2pPr>
            <a:lvl3pPr marL="553486" indent="0">
              <a:buNone/>
              <a:defRPr sz="1090">
                <a:solidFill>
                  <a:schemeClr val="tx1">
                    <a:tint val="75000"/>
                  </a:schemeClr>
                </a:solidFill>
              </a:defRPr>
            </a:lvl3pPr>
            <a:lvl4pPr marL="830229" indent="0">
              <a:buNone/>
              <a:defRPr sz="968">
                <a:solidFill>
                  <a:schemeClr val="tx1">
                    <a:tint val="75000"/>
                  </a:schemeClr>
                </a:solidFill>
              </a:defRPr>
            </a:lvl4pPr>
            <a:lvl5pPr marL="1106973" indent="0">
              <a:buNone/>
              <a:defRPr sz="968">
                <a:solidFill>
                  <a:schemeClr val="tx1">
                    <a:tint val="75000"/>
                  </a:schemeClr>
                </a:solidFill>
              </a:defRPr>
            </a:lvl5pPr>
            <a:lvl6pPr marL="1383716" indent="0">
              <a:buNone/>
              <a:defRPr sz="968">
                <a:solidFill>
                  <a:schemeClr val="tx1">
                    <a:tint val="75000"/>
                  </a:schemeClr>
                </a:solidFill>
              </a:defRPr>
            </a:lvl6pPr>
            <a:lvl7pPr marL="1660459" indent="0">
              <a:buNone/>
              <a:defRPr sz="968">
                <a:solidFill>
                  <a:schemeClr val="tx1">
                    <a:tint val="75000"/>
                  </a:schemeClr>
                </a:solidFill>
              </a:defRPr>
            </a:lvl7pPr>
            <a:lvl8pPr marL="1937202" indent="0">
              <a:buNone/>
              <a:defRPr sz="968">
                <a:solidFill>
                  <a:schemeClr val="tx1">
                    <a:tint val="75000"/>
                  </a:schemeClr>
                </a:solidFill>
              </a:defRPr>
            </a:lvl8pPr>
            <a:lvl9pPr marL="2213945" indent="0">
              <a:buNone/>
              <a:defRPr sz="9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7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395" y="1198066"/>
            <a:ext cx="3136622" cy="28555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6271" y="1198066"/>
            <a:ext cx="3136622" cy="28555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43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239614"/>
            <a:ext cx="6365498" cy="869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357" y="1103263"/>
            <a:ext cx="3122207" cy="540692"/>
          </a:xfrm>
        </p:spPr>
        <p:txBody>
          <a:bodyPr anchor="b"/>
          <a:lstStyle>
            <a:lvl1pPr marL="0" indent="0">
              <a:buNone/>
              <a:defRPr sz="1453" b="1"/>
            </a:lvl1pPr>
            <a:lvl2pPr marL="276743" indent="0">
              <a:buNone/>
              <a:defRPr sz="1211" b="1"/>
            </a:lvl2pPr>
            <a:lvl3pPr marL="553486" indent="0">
              <a:buNone/>
              <a:defRPr sz="1090" b="1"/>
            </a:lvl3pPr>
            <a:lvl4pPr marL="830229" indent="0">
              <a:buNone/>
              <a:defRPr sz="968" b="1"/>
            </a:lvl4pPr>
            <a:lvl5pPr marL="1106973" indent="0">
              <a:buNone/>
              <a:defRPr sz="968" b="1"/>
            </a:lvl5pPr>
            <a:lvl6pPr marL="1383716" indent="0">
              <a:buNone/>
              <a:defRPr sz="968" b="1"/>
            </a:lvl6pPr>
            <a:lvl7pPr marL="1660459" indent="0">
              <a:buNone/>
              <a:defRPr sz="968" b="1"/>
            </a:lvl7pPr>
            <a:lvl8pPr marL="1937202" indent="0">
              <a:buNone/>
              <a:defRPr sz="968" b="1"/>
            </a:lvl8pPr>
            <a:lvl9pPr marL="2213945" indent="0">
              <a:buNone/>
              <a:defRPr sz="96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357" y="1643956"/>
            <a:ext cx="3122207" cy="24180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6271" y="1103263"/>
            <a:ext cx="3137584" cy="540692"/>
          </a:xfrm>
        </p:spPr>
        <p:txBody>
          <a:bodyPr anchor="b"/>
          <a:lstStyle>
            <a:lvl1pPr marL="0" indent="0">
              <a:buNone/>
              <a:defRPr sz="1453" b="1"/>
            </a:lvl1pPr>
            <a:lvl2pPr marL="276743" indent="0">
              <a:buNone/>
              <a:defRPr sz="1211" b="1"/>
            </a:lvl2pPr>
            <a:lvl3pPr marL="553486" indent="0">
              <a:buNone/>
              <a:defRPr sz="1090" b="1"/>
            </a:lvl3pPr>
            <a:lvl4pPr marL="830229" indent="0">
              <a:buNone/>
              <a:defRPr sz="968" b="1"/>
            </a:lvl4pPr>
            <a:lvl5pPr marL="1106973" indent="0">
              <a:buNone/>
              <a:defRPr sz="968" b="1"/>
            </a:lvl5pPr>
            <a:lvl6pPr marL="1383716" indent="0">
              <a:buNone/>
              <a:defRPr sz="968" b="1"/>
            </a:lvl6pPr>
            <a:lvl7pPr marL="1660459" indent="0">
              <a:buNone/>
              <a:defRPr sz="968" b="1"/>
            </a:lvl7pPr>
            <a:lvl8pPr marL="1937202" indent="0">
              <a:buNone/>
              <a:defRPr sz="968" b="1"/>
            </a:lvl8pPr>
            <a:lvl9pPr marL="2213945" indent="0">
              <a:buNone/>
              <a:defRPr sz="96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6271" y="1643956"/>
            <a:ext cx="3137584" cy="24180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2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29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5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300038"/>
            <a:ext cx="2380335" cy="1050131"/>
          </a:xfrm>
        </p:spPr>
        <p:txBody>
          <a:bodyPr anchor="b"/>
          <a:lstStyle>
            <a:lvl1pPr>
              <a:defRPr sz="193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7584" y="647998"/>
            <a:ext cx="3736271" cy="3198317"/>
          </a:xfrm>
        </p:spPr>
        <p:txBody>
          <a:bodyPr/>
          <a:lstStyle>
            <a:lvl1pPr>
              <a:defRPr sz="1937"/>
            </a:lvl1pPr>
            <a:lvl2pPr>
              <a:defRPr sz="1695"/>
            </a:lvl2pPr>
            <a:lvl3pPr>
              <a:defRPr sz="1453"/>
            </a:lvl3pPr>
            <a:lvl4pPr>
              <a:defRPr sz="1211"/>
            </a:lvl4pPr>
            <a:lvl5pPr>
              <a:defRPr sz="1211"/>
            </a:lvl5pPr>
            <a:lvl6pPr>
              <a:defRPr sz="1211"/>
            </a:lvl6pPr>
            <a:lvl7pPr>
              <a:defRPr sz="1211"/>
            </a:lvl7pPr>
            <a:lvl8pPr>
              <a:defRPr sz="1211"/>
            </a:lvl8pPr>
            <a:lvl9pPr>
              <a:defRPr sz="1211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1350169"/>
            <a:ext cx="2380335" cy="2501355"/>
          </a:xfrm>
        </p:spPr>
        <p:txBody>
          <a:bodyPr/>
          <a:lstStyle>
            <a:lvl1pPr marL="0" indent="0">
              <a:buNone/>
              <a:defRPr sz="968"/>
            </a:lvl1pPr>
            <a:lvl2pPr marL="276743" indent="0">
              <a:buNone/>
              <a:defRPr sz="847"/>
            </a:lvl2pPr>
            <a:lvl3pPr marL="553486" indent="0">
              <a:buNone/>
              <a:defRPr sz="726"/>
            </a:lvl3pPr>
            <a:lvl4pPr marL="830229" indent="0">
              <a:buNone/>
              <a:defRPr sz="605"/>
            </a:lvl4pPr>
            <a:lvl5pPr marL="1106973" indent="0">
              <a:buNone/>
              <a:defRPr sz="605"/>
            </a:lvl5pPr>
            <a:lvl6pPr marL="1383716" indent="0">
              <a:buNone/>
              <a:defRPr sz="605"/>
            </a:lvl6pPr>
            <a:lvl7pPr marL="1660459" indent="0">
              <a:buNone/>
              <a:defRPr sz="605"/>
            </a:lvl7pPr>
            <a:lvl8pPr marL="1937202" indent="0">
              <a:buNone/>
              <a:defRPr sz="605"/>
            </a:lvl8pPr>
            <a:lvl9pPr marL="2213945" indent="0">
              <a:buNone/>
              <a:defRPr sz="60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80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300038"/>
            <a:ext cx="2380335" cy="1050131"/>
          </a:xfrm>
        </p:spPr>
        <p:txBody>
          <a:bodyPr anchor="b"/>
          <a:lstStyle>
            <a:lvl1pPr>
              <a:defRPr sz="193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7584" y="647998"/>
            <a:ext cx="3736271" cy="3198317"/>
          </a:xfrm>
        </p:spPr>
        <p:txBody>
          <a:bodyPr anchor="t"/>
          <a:lstStyle>
            <a:lvl1pPr marL="0" indent="0">
              <a:buNone/>
              <a:defRPr sz="1937"/>
            </a:lvl1pPr>
            <a:lvl2pPr marL="276743" indent="0">
              <a:buNone/>
              <a:defRPr sz="1695"/>
            </a:lvl2pPr>
            <a:lvl3pPr marL="553486" indent="0">
              <a:buNone/>
              <a:defRPr sz="1453"/>
            </a:lvl3pPr>
            <a:lvl4pPr marL="830229" indent="0">
              <a:buNone/>
              <a:defRPr sz="1211"/>
            </a:lvl4pPr>
            <a:lvl5pPr marL="1106973" indent="0">
              <a:buNone/>
              <a:defRPr sz="1211"/>
            </a:lvl5pPr>
            <a:lvl6pPr marL="1383716" indent="0">
              <a:buNone/>
              <a:defRPr sz="1211"/>
            </a:lvl6pPr>
            <a:lvl7pPr marL="1660459" indent="0">
              <a:buNone/>
              <a:defRPr sz="1211"/>
            </a:lvl7pPr>
            <a:lvl8pPr marL="1937202" indent="0">
              <a:buNone/>
              <a:defRPr sz="1211"/>
            </a:lvl8pPr>
            <a:lvl9pPr marL="2213945" indent="0">
              <a:buNone/>
              <a:defRPr sz="121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1350169"/>
            <a:ext cx="2380335" cy="2501355"/>
          </a:xfrm>
        </p:spPr>
        <p:txBody>
          <a:bodyPr/>
          <a:lstStyle>
            <a:lvl1pPr marL="0" indent="0">
              <a:buNone/>
              <a:defRPr sz="968"/>
            </a:lvl1pPr>
            <a:lvl2pPr marL="276743" indent="0">
              <a:buNone/>
              <a:defRPr sz="847"/>
            </a:lvl2pPr>
            <a:lvl3pPr marL="553486" indent="0">
              <a:buNone/>
              <a:defRPr sz="726"/>
            </a:lvl3pPr>
            <a:lvl4pPr marL="830229" indent="0">
              <a:buNone/>
              <a:defRPr sz="605"/>
            </a:lvl4pPr>
            <a:lvl5pPr marL="1106973" indent="0">
              <a:buNone/>
              <a:defRPr sz="605"/>
            </a:lvl5pPr>
            <a:lvl6pPr marL="1383716" indent="0">
              <a:buNone/>
              <a:defRPr sz="605"/>
            </a:lvl6pPr>
            <a:lvl7pPr marL="1660459" indent="0">
              <a:buNone/>
              <a:defRPr sz="605"/>
            </a:lvl7pPr>
            <a:lvl8pPr marL="1937202" indent="0">
              <a:buNone/>
              <a:defRPr sz="605"/>
            </a:lvl8pPr>
            <a:lvl9pPr marL="2213945" indent="0">
              <a:buNone/>
              <a:defRPr sz="60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32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0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81518" y="239613"/>
            <a:ext cx="1591375" cy="381401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7395" y="239613"/>
            <a:ext cx="4681870" cy="381401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6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395" y="239614"/>
            <a:ext cx="6365498" cy="869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395" y="1198066"/>
            <a:ext cx="6365498" cy="2855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395" y="4171356"/>
            <a:ext cx="1660565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4721" y="4171356"/>
            <a:ext cx="2490847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12328" y="4171356"/>
            <a:ext cx="1660565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594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53486" rtl="0" eaLnBrk="1" latinLnBrk="0" hangingPunct="1">
        <a:lnSpc>
          <a:spcPct val="90000"/>
        </a:lnSpc>
        <a:spcBef>
          <a:spcPct val="0"/>
        </a:spcBef>
        <a:buNone/>
        <a:defRPr sz="26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8372" indent="-138372" algn="l" defTabSz="553486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1695" kern="1200">
          <a:solidFill>
            <a:schemeClr val="tx1"/>
          </a:solidFill>
          <a:latin typeface="+mn-lt"/>
          <a:ea typeface="+mn-ea"/>
          <a:cs typeface="+mn-cs"/>
        </a:defRPr>
      </a:lvl1pPr>
      <a:lvl2pPr marL="415115" indent="-138372" algn="l" defTabSz="553486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2pPr>
      <a:lvl3pPr marL="691858" indent="-138372" algn="l" defTabSz="553486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211" kern="1200">
          <a:solidFill>
            <a:schemeClr val="tx1"/>
          </a:solidFill>
          <a:latin typeface="+mn-lt"/>
          <a:ea typeface="+mn-ea"/>
          <a:cs typeface="+mn-cs"/>
        </a:defRPr>
      </a:lvl3pPr>
      <a:lvl4pPr marL="968601" indent="-138372" algn="l" defTabSz="553486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090" kern="1200">
          <a:solidFill>
            <a:schemeClr val="tx1"/>
          </a:solidFill>
          <a:latin typeface="+mn-lt"/>
          <a:ea typeface="+mn-ea"/>
          <a:cs typeface="+mn-cs"/>
        </a:defRPr>
      </a:lvl4pPr>
      <a:lvl5pPr marL="1245344" indent="-138372" algn="l" defTabSz="553486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090" kern="1200">
          <a:solidFill>
            <a:schemeClr val="tx1"/>
          </a:solidFill>
          <a:latin typeface="+mn-lt"/>
          <a:ea typeface="+mn-ea"/>
          <a:cs typeface="+mn-cs"/>
        </a:defRPr>
      </a:lvl5pPr>
      <a:lvl6pPr marL="1522087" indent="-138372" algn="l" defTabSz="553486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090" kern="1200">
          <a:solidFill>
            <a:schemeClr val="tx1"/>
          </a:solidFill>
          <a:latin typeface="+mn-lt"/>
          <a:ea typeface="+mn-ea"/>
          <a:cs typeface="+mn-cs"/>
        </a:defRPr>
      </a:lvl6pPr>
      <a:lvl7pPr marL="1798831" indent="-138372" algn="l" defTabSz="553486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090" kern="1200">
          <a:solidFill>
            <a:schemeClr val="tx1"/>
          </a:solidFill>
          <a:latin typeface="+mn-lt"/>
          <a:ea typeface="+mn-ea"/>
          <a:cs typeface="+mn-cs"/>
        </a:defRPr>
      </a:lvl7pPr>
      <a:lvl8pPr marL="2075574" indent="-138372" algn="l" defTabSz="553486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090" kern="1200">
          <a:solidFill>
            <a:schemeClr val="tx1"/>
          </a:solidFill>
          <a:latin typeface="+mn-lt"/>
          <a:ea typeface="+mn-ea"/>
          <a:cs typeface="+mn-cs"/>
        </a:defRPr>
      </a:lvl8pPr>
      <a:lvl9pPr marL="2352317" indent="-138372" algn="l" defTabSz="553486" rtl="0" eaLnBrk="1" latinLnBrk="0" hangingPunct="1">
        <a:lnSpc>
          <a:spcPct val="90000"/>
        </a:lnSpc>
        <a:spcBef>
          <a:spcPts val="303"/>
        </a:spcBef>
        <a:buFont typeface="Arial" panose="020B0604020202020204" pitchFamily="34" charset="0"/>
        <a:buChar char="•"/>
        <a:defRPr sz="10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3486" rtl="0" eaLnBrk="1" latinLnBrk="0" hangingPunct="1">
        <a:defRPr sz="1090" kern="1200">
          <a:solidFill>
            <a:schemeClr val="tx1"/>
          </a:solidFill>
          <a:latin typeface="+mn-lt"/>
          <a:ea typeface="+mn-ea"/>
          <a:cs typeface="+mn-cs"/>
        </a:defRPr>
      </a:lvl1pPr>
      <a:lvl2pPr marL="276743" algn="l" defTabSz="553486" rtl="0" eaLnBrk="1" latinLnBrk="0" hangingPunct="1">
        <a:defRPr sz="1090" kern="1200">
          <a:solidFill>
            <a:schemeClr val="tx1"/>
          </a:solidFill>
          <a:latin typeface="+mn-lt"/>
          <a:ea typeface="+mn-ea"/>
          <a:cs typeface="+mn-cs"/>
        </a:defRPr>
      </a:lvl2pPr>
      <a:lvl3pPr marL="553486" algn="l" defTabSz="553486" rtl="0" eaLnBrk="1" latinLnBrk="0" hangingPunct="1">
        <a:defRPr sz="1090" kern="1200">
          <a:solidFill>
            <a:schemeClr val="tx1"/>
          </a:solidFill>
          <a:latin typeface="+mn-lt"/>
          <a:ea typeface="+mn-ea"/>
          <a:cs typeface="+mn-cs"/>
        </a:defRPr>
      </a:lvl3pPr>
      <a:lvl4pPr marL="830229" algn="l" defTabSz="553486" rtl="0" eaLnBrk="1" latinLnBrk="0" hangingPunct="1">
        <a:defRPr sz="1090" kern="1200">
          <a:solidFill>
            <a:schemeClr val="tx1"/>
          </a:solidFill>
          <a:latin typeface="+mn-lt"/>
          <a:ea typeface="+mn-ea"/>
          <a:cs typeface="+mn-cs"/>
        </a:defRPr>
      </a:lvl4pPr>
      <a:lvl5pPr marL="1106973" algn="l" defTabSz="553486" rtl="0" eaLnBrk="1" latinLnBrk="0" hangingPunct="1">
        <a:defRPr sz="1090" kern="1200">
          <a:solidFill>
            <a:schemeClr val="tx1"/>
          </a:solidFill>
          <a:latin typeface="+mn-lt"/>
          <a:ea typeface="+mn-ea"/>
          <a:cs typeface="+mn-cs"/>
        </a:defRPr>
      </a:lvl5pPr>
      <a:lvl6pPr marL="1383716" algn="l" defTabSz="553486" rtl="0" eaLnBrk="1" latinLnBrk="0" hangingPunct="1">
        <a:defRPr sz="1090" kern="1200">
          <a:solidFill>
            <a:schemeClr val="tx1"/>
          </a:solidFill>
          <a:latin typeface="+mn-lt"/>
          <a:ea typeface="+mn-ea"/>
          <a:cs typeface="+mn-cs"/>
        </a:defRPr>
      </a:lvl6pPr>
      <a:lvl7pPr marL="1660459" algn="l" defTabSz="553486" rtl="0" eaLnBrk="1" latinLnBrk="0" hangingPunct="1">
        <a:defRPr sz="1090" kern="1200">
          <a:solidFill>
            <a:schemeClr val="tx1"/>
          </a:solidFill>
          <a:latin typeface="+mn-lt"/>
          <a:ea typeface="+mn-ea"/>
          <a:cs typeface="+mn-cs"/>
        </a:defRPr>
      </a:lvl7pPr>
      <a:lvl8pPr marL="1937202" algn="l" defTabSz="553486" rtl="0" eaLnBrk="1" latinLnBrk="0" hangingPunct="1">
        <a:defRPr sz="1090" kern="1200">
          <a:solidFill>
            <a:schemeClr val="tx1"/>
          </a:solidFill>
          <a:latin typeface="+mn-lt"/>
          <a:ea typeface="+mn-ea"/>
          <a:cs typeface="+mn-cs"/>
        </a:defRPr>
      </a:lvl8pPr>
      <a:lvl9pPr marL="2213945" algn="l" defTabSz="553486" rtl="0" eaLnBrk="1" latinLnBrk="0" hangingPunct="1">
        <a:defRPr sz="10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CE097E6-81CB-4E5D-A416-94C810A9D945}"/>
              </a:ext>
            </a:extLst>
          </p:cNvPr>
          <p:cNvSpPr/>
          <p:nvPr/>
        </p:nvSpPr>
        <p:spPr>
          <a:xfrm>
            <a:off x="17707" y="1084138"/>
            <a:ext cx="7337181" cy="1767012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36D078-0805-4715-A681-CB1C2D047C23}"/>
              </a:ext>
            </a:extLst>
          </p:cNvPr>
          <p:cNvSpPr txBox="1"/>
          <p:nvPr/>
        </p:nvSpPr>
        <p:spPr>
          <a:xfrm>
            <a:off x="17707" y="1080475"/>
            <a:ext cx="219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vision sensor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478515-1F9A-4A1F-A1A1-BA357D291C1C}"/>
              </a:ext>
            </a:extLst>
          </p:cNvPr>
          <p:cNvSpPr/>
          <p:nvPr/>
        </p:nvSpPr>
        <p:spPr>
          <a:xfrm>
            <a:off x="2948103" y="1514107"/>
            <a:ext cx="1476388" cy="90707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E7FA67-1ED3-48D5-AA4B-AC1D8F2EAFB2}"/>
              </a:ext>
            </a:extLst>
          </p:cNvPr>
          <p:cNvSpPr txBox="1"/>
          <p:nvPr/>
        </p:nvSpPr>
        <p:spPr>
          <a:xfrm>
            <a:off x="2894854" y="1668247"/>
            <a:ext cx="1582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position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3D4EDA-A771-4DEA-A3A9-717D6FED0EB6}"/>
              </a:ext>
            </a:extLst>
          </p:cNvPr>
          <p:cNvSpPr/>
          <p:nvPr/>
        </p:nvSpPr>
        <p:spPr>
          <a:xfrm>
            <a:off x="341557" y="1514107"/>
            <a:ext cx="1526547" cy="90707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Capturing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scene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7414D8-6BD1-4A69-AAF8-1BC82D774A21}"/>
              </a:ext>
            </a:extLst>
          </p:cNvPr>
          <p:cNvCxnSpPr>
            <a:cxnSpLocks/>
            <a:stCxn id="30" idx="3"/>
            <a:endCxn id="27" idx="1"/>
          </p:cNvCxnSpPr>
          <p:nvPr/>
        </p:nvCxnSpPr>
        <p:spPr>
          <a:xfrm>
            <a:off x="1868104" y="1967644"/>
            <a:ext cx="10799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45601C9-B5AD-40B0-8745-CDB479078D83}"/>
              </a:ext>
            </a:extLst>
          </p:cNvPr>
          <p:cNvSpPr txBox="1"/>
          <p:nvPr/>
        </p:nvSpPr>
        <p:spPr>
          <a:xfrm>
            <a:off x="1864728" y="1460108"/>
            <a:ext cx="1086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image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data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8ADD98-285C-4AC6-B229-837A14D46D2B}"/>
              </a:ext>
            </a:extLst>
          </p:cNvPr>
          <p:cNvSpPr/>
          <p:nvPr/>
        </p:nvSpPr>
        <p:spPr>
          <a:xfrm>
            <a:off x="5504490" y="1514107"/>
            <a:ext cx="1529638" cy="90707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9AD905-70C1-490C-A2CE-5F88A5EE36C5}"/>
              </a:ext>
            </a:extLst>
          </p:cNvPr>
          <p:cNvSpPr txBox="1"/>
          <p:nvPr/>
        </p:nvSpPr>
        <p:spPr>
          <a:xfrm>
            <a:off x="5477865" y="1668247"/>
            <a:ext cx="1582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position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859E2F-8233-4B52-B1B0-E31E8DBFE6D9}"/>
              </a:ext>
            </a:extLst>
          </p:cNvPr>
          <p:cNvCxnSpPr>
            <a:cxnSpLocks/>
            <a:stCxn id="27" idx="3"/>
            <a:endCxn id="43" idx="1"/>
          </p:cNvCxnSpPr>
          <p:nvPr/>
        </p:nvCxnSpPr>
        <p:spPr>
          <a:xfrm>
            <a:off x="4424491" y="1967644"/>
            <a:ext cx="10799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A910F6-E586-454D-BCA9-590550B93049}"/>
              </a:ext>
            </a:extLst>
          </p:cNvPr>
          <p:cNvCxnSpPr>
            <a:cxnSpLocks/>
            <a:stCxn id="53" idx="4"/>
            <a:endCxn id="27" idx="0"/>
          </p:cNvCxnSpPr>
          <p:nvPr/>
        </p:nvCxnSpPr>
        <p:spPr>
          <a:xfrm flipH="1">
            <a:off x="3686297" y="810951"/>
            <a:ext cx="3847" cy="7031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FAC79D0B-A2E8-4E41-9FEB-B54D6E5A9B2E}"/>
              </a:ext>
            </a:extLst>
          </p:cNvPr>
          <p:cNvSpPr/>
          <p:nvPr/>
        </p:nvSpPr>
        <p:spPr>
          <a:xfrm>
            <a:off x="3311661" y="53986"/>
            <a:ext cx="756965" cy="75696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CBF0AD-F4C3-471B-B3FC-32DBEA183A02}"/>
              </a:ext>
            </a:extLst>
          </p:cNvPr>
          <p:cNvSpPr txBox="1"/>
          <p:nvPr/>
        </p:nvSpPr>
        <p:spPr>
          <a:xfrm>
            <a:off x="3205403" y="149106"/>
            <a:ext cx="969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5CB2624-E330-4F13-A512-14366A6C9F28}"/>
              </a:ext>
            </a:extLst>
          </p:cNvPr>
          <p:cNvSpPr/>
          <p:nvPr/>
        </p:nvSpPr>
        <p:spPr>
          <a:xfrm>
            <a:off x="2754557" y="3627373"/>
            <a:ext cx="1857131" cy="80492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 process</a:t>
            </a: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3744AFCA-3F02-41FA-ACF0-C2EA574B352D}"/>
              </a:ext>
            </a:extLst>
          </p:cNvPr>
          <p:cNvCxnSpPr>
            <a:cxnSpLocks/>
            <a:stCxn id="62" idx="1"/>
            <a:endCxn id="30" idx="2"/>
          </p:cNvCxnSpPr>
          <p:nvPr/>
        </p:nvCxnSpPr>
        <p:spPr>
          <a:xfrm rot="10800000">
            <a:off x="1104831" y="2421181"/>
            <a:ext cx="1649726" cy="160865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701D55BD-5702-48D3-B5A6-0EC202BB80F7}"/>
              </a:ext>
            </a:extLst>
          </p:cNvPr>
          <p:cNvCxnSpPr>
            <a:cxnSpLocks/>
            <a:stCxn id="43" idx="2"/>
            <a:endCxn id="62" idx="3"/>
          </p:cNvCxnSpPr>
          <p:nvPr/>
        </p:nvCxnSpPr>
        <p:spPr>
          <a:xfrm rot="5400000">
            <a:off x="4636171" y="2396698"/>
            <a:ext cx="1608657" cy="165762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CC5D7C7-B9A0-4A69-8D46-FE94CC3C8590}"/>
                  </a:ext>
                </a:extLst>
              </p:cNvPr>
              <p:cNvSpPr txBox="1"/>
              <p:nvPr/>
            </p:nvSpPr>
            <p:spPr>
              <a:xfrm>
                <a:off x="4785628" y="3529052"/>
                <a:ext cx="1452346" cy="538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Relative angle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Relative radius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CC5D7C7-B9A0-4A69-8D46-FE94CC3C8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628" y="3529052"/>
                <a:ext cx="1452346" cy="538161"/>
              </a:xfrm>
              <a:prstGeom prst="rect">
                <a:avLst/>
              </a:prstGeom>
              <a:blipFill>
                <a:blip r:embed="rId2"/>
                <a:stretch>
                  <a:fillRect t="-1136" r="-11345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187C8430-27B8-47A0-8A06-78981DAD8072}"/>
              </a:ext>
            </a:extLst>
          </p:cNvPr>
          <p:cNvSpPr txBox="1"/>
          <p:nvPr/>
        </p:nvSpPr>
        <p:spPr>
          <a:xfrm>
            <a:off x="2942535" y="3279287"/>
            <a:ext cx="1495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system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29B2911-35F9-4733-B479-7C0F24DD231B}"/>
              </a:ext>
            </a:extLst>
          </p:cNvPr>
          <p:cNvSpPr txBox="1"/>
          <p:nvPr/>
        </p:nvSpPr>
        <p:spPr>
          <a:xfrm>
            <a:off x="4400866" y="1499553"/>
            <a:ext cx="1127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Probabilities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</a:p>
        </p:txBody>
      </p:sp>
    </p:spTree>
    <p:extLst>
      <p:ext uri="{BB962C8B-B14F-4D97-AF65-F5344CB8AC3E}">
        <p14:creationId xmlns:p14="http://schemas.microsoft.com/office/powerpoint/2010/main" val="2715417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30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12</cp:revision>
  <dcterms:created xsi:type="dcterms:W3CDTF">2024-05-28T14:05:53Z</dcterms:created>
  <dcterms:modified xsi:type="dcterms:W3CDTF">2024-06-09T13:38:42Z</dcterms:modified>
</cp:coreProperties>
</file>