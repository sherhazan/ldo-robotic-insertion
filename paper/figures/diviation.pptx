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0" r:id="rId1"/>
  </p:sldMasterIdLst>
  <p:sldIdLst>
    <p:sldId id="260" r:id="rId2"/>
  </p:sldIdLst>
  <p:sldSz cx="7380288" cy="25193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764" autoAdjust="0"/>
    <p:restoredTop sz="94660"/>
  </p:normalViewPr>
  <p:slideViewPr>
    <p:cSldViewPr snapToGrid="0">
      <p:cViewPr varScale="1">
        <p:scale>
          <a:sx n="194" d="100"/>
          <a:sy n="194" d="100"/>
        </p:scale>
        <p:origin x="168" y="11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22536" y="412312"/>
            <a:ext cx="5535216" cy="877112"/>
          </a:xfrm>
        </p:spPr>
        <p:txBody>
          <a:bodyPr anchor="b"/>
          <a:lstStyle>
            <a:lvl1pPr algn="ctr">
              <a:defRPr sz="220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22536" y="1323249"/>
            <a:ext cx="5535216" cy="608263"/>
          </a:xfrm>
        </p:spPr>
        <p:txBody>
          <a:bodyPr/>
          <a:lstStyle>
            <a:lvl1pPr marL="0" indent="0" algn="ctr">
              <a:buNone/>
              <a:defRPr sz="882"/>
            </a:lvl1pPr>
            <a:lvl2pPr marL="167975" indent="0" algn="ctr">
              <a:buNone/>
              <a:defRPr sz="735"/>
            </a:lvl2pPr>
            <a:lvl3pPr marL="335951" indent="0" algn="ctr">
              <a:buNone/>
              <a:defRPr sz="661"/>
            </a:lvl3pPr>
            <a:lvl4pPr marL="503926" indent="0" algn="ctr">
              <a:buNone/>
              <a:defRPr sz="588"/>
            </a:lvl4pPr>
            <a:lvl5pPr marL="671901" indent="0" algn="ctr">
              <a:buNone/>
              <a:defRPr sz="588"/>
            </a:lvl5pPr>
            <a:lvl6pPr marL="839876" indent="0" algn="ctr">
              <a:buNone/>
              <a:defRPr sz="588"/>
            </a:lvl6pPr>
            <a:lvl7pPr marL="1007852" indent="0" algn="ctr">
              <a:buNone/>
              <a:defRPr sz="588"/>
            </a:lvl7pPr>
            <a:lvl8pPr marL="1175827" indent="0" algn="ctr">
              <a:buNone/>
              <a:defRPr sz="588"/>
            </a:lvl8pPr>
            <a:lvl9pPr marL="1343802" indent="0" algn="ctr">
              <a:buNone/>
              <a:defRPr sz="588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D32CC-42D6-4E9E-8DD7-438BA608F462}" type="datetimeFigureOut">
              <a:rPr lang="en-US" smtClean="0"/>
              <a:t>6/5/2024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16A14-601B-406B-8EFF-FF208EB6AC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36774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D32CC-42D6-4E9E-8DD7-438BA608F462}" type="datetimeFigureOut">
              <a:rPr lang="en-US" smtClean="0"/>
              <a:t>6/5/2024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16A14-601B-406B-8EFF-FF208EB6AC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84690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3551" y="628091"/>
            <a:ext cx="6365498" cy="1047985"/>
          </a:xfrm>
        </p:spPr>
        <p:txBody>
          <a:bodyPr anchor="b"/>
          <a:lstStyle>
            <a:lvl1pPr>
              <a:defRPr sz="220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3551" y="1685991"/>
            <a:ext cx="6365498" cy="551110"/>
          </a:xfrm>
        </p:spPr>
        <p:txBody>
          <a:bodyPr/>
          <a:lstStyle>
            <a:lvl1pPr marL="0" indent="0">
              <a:buNone/>
              <a:defRPr sz="882">
                <a:solidFill>
                  <a:schemeClr val="tx1">
                    <a:tint val="75000"/>
                  </a:schemeClr>
                </a:solidFill>
              </a:defRPr>
            </a:lvl1pPr>
            <a:lvl2pPr marL="167975" indent="0">
              <a:buNone/>
              <a:defRPr sz="735">
                <a:solidFill>
                  <a:schemeClr val="tx1">
                    <a:tint val="75000"/>
                  </a:schemeClr>
                </a:solidFill>
              </a:defRPr>
            </a:lvl2pPr>
            <a:lvl3pPr marL="335951" indent="0">
              <a:buNone/>
              <a:defRPr sz="661">
                <a:solidFill>
                  <a:schemeClr val="tx1">
                    <a:tint val="75000"/>
                  </a:schemeClr>
                </a:solidFill>
              </a:defRPr>
            </a:lvl3pPr>
            <a:lvl4pPr marL="503926" indent="0">
              <a:buNone/>
              <a:defRPr sz="588">
                <a:solidFill>
                  <a:schemeClr val="tx1">
                    <a:tint val="75000"/>
                  </a:schemeClr>
                </a:solidFill>
              </a:defRPr>
            </a:lvl4pPr>
            <a:lvl5pPr marL="671901" indent="0">
              <a:buNone/>
              <a:defRPr sz="588">
                <a:solidFill>
                  <a:schemeClr val="tx1">
                    <a:tint val="75000"/>
                  </a:schemeClr>
                </a:solidFill>
              </a:defRPr>
            </a:lvl5pPr>
            <a:lvl6pPr marL="839876" indent="0">
              <a:buNone/>
              <a:defRPr sz="588">
                <a:solidFill>
                  <a:schemeClr val="tx1">
                    <a:tint val="75000"/>
                  </a:schemeClr>
                </a:solidFill>
              </a:defRPr>
            </a:lvl6pPr>
            <a:lvl7pPr marL="1007852" indent="0">
              <a:buNone/>
              <a:defRPr sz="588">
                <a:solidFill>
                  <a:schemeClr val="tx1">
                    <a:tint val="75000"/>
                  </a:schemeClr>
                </a:solidFill>
              </a:defRPr>
            </a:lvl7pPr>
            <a:lvl8pPr marL="1175827" indent="0">
              <a:buNone/>
              <a:defRPr sz="588">
                <a:solidFill>
                  <a:schemeClr val="tx1">
                    <a:tint val="75000"/>
                  </a:schemeClr>
                </a:solidFill>
              </a:defRPr>
            </a:lvl8pPr>
            <a:lvl9pPr marL="1343802" indent="0">
              <a:buNone/>
              <a:defRPr sz="58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D32CC-42D6-4E9E-8DD7-438BA608F462}" type="datetimeFigureOut">
              <a:rPr lang="en-US" smtClean="0"/>
              <a:t>6/5/2024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16A14-601B-406B-8EFF-FF208EB6AC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91988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7395" y="670664"/>
            <a:ext cx="3136622" cy="159851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736271" y="670664"/>
            <a:ext cx="3136622" cy="159851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D32CC-42D6-4E9E-8DD7-438BA608F462}" type="datetimeFigureOut">
              <a:rPr lang="en-US" smtClean="0"/>
              <a:t>6/5/2024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16A14-601B-406B-8EFF-FF208EB6AC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31960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356" y="134133"/>
            <a:ext cx="6365498" cy="48696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357" y="617594"/>
            <a:ext cx="3122207" cy="302673"/>
          </a:xfrm>
        </p:spPr>
        <p:txBody>
          <a:bodyPr anchor="b"/>
          <a:lstStyle>
            <a:lvl1pPr marL="0" indent="0">
              <a:buNone/>
              <a:defRPr sz="882" b="1"/>
            </a:lvl1pPr>
            <a:lvl2pPr marL="167975" indent="0">
              <a:buNone/>
              <a:defRPr sz="735" b="1"/>
            </a:lvl2pPr>
            <a:lvl3pPr marL="335951" indent="0">
              <a:buNone/>
              <a:defRPr sz="661" b="1"/>
            </a:lvl3pPr>
            <a:lvl4pPr marL="503926" indent="0">
              <a:buNone/>
              <a:defRPr sz="588" b="1"/>
            </a:lvl4pPr>
            <a:lvl5pPr marL="671901" indent="0">
              <a:buNone/>
              <a:defRPr sz="588" b="1"/>
            </a:lvl5pPr>
            <a:lvl6pPr marL="839876" indent="0">
              <a:buNone/>
              <a:defRPr sz="588" b="1"/>
            </a:lvl6pPr>
            <a:lvl7pPr marL="1007852" indent="0">
              <a:buNone/>
              <a:defRPr sz="588" b="1"/>
            </a:lvl7pPr>
            <a:lvl8pPr marL="1175827" indent="0">
              <a:buNone/>
              <a:defRPr sz="588" b="1"/>
            </a:lvl8pPr>
            <a:lvl9pPr marL="1343802" indent="0">
              <a:buNone/>
              <a:defRPr sz="588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357" y="920267"/>
            <a:ext cx="3122207" cy="135357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736271" y="617594"/>
            <a:ext cx="3137584" cy="302673"/>
          </a:xfrm>
        </p:spPr>
        <p:txBody>
          <a:bodyPr anchor="b"/>
          <a:lstStyle>
            <a:lvl1pPr marL="0" indent="0">
              <a:buNone/>
              <a:defRPr sz="882" b="1"/>
            </a:lvl1pPr>
            <a:lvl2pPr marL="167975" indent="0">
              <a:buNone/>
              <a:defRPr sz="735" b="1"/>
            </a:lvl2pPr>
            <a:lvl3pPr marL="335951" indent="0">
              <a:buNone/>
              <a:defRPr sz="661" b="1"/>
            </a:lvl3pPr>
            <a:lvl4pPr marL="503926" indent="0">
              <a:buNone/>
              <a:defRPr sz="588" b="1"/>
            </a:lvl4pPr>
            <a:lvl5pPr marL="671901" indent="0">
              <a:buNone/>
              <a:defRPr sz="588" b="1"/>
            </a:lvl5pPr>
            <a:lvl6pPr marL="839876" indent="0">
              <a:buNone/>
              <a:defRPr sz="588" b="1"/>
            </a:lvl6pPr>
            <a:lvl7pPr marL="1007852" indent="0">
              <a:buNone/>
              <a:defRPr sz="588" b="1"/>
            </a:lvl7pPr>
            <a:lvl8pPr marL="1175827" indent="0">
              <a:buNone/>
              <a:defRPr sz="588" b="1"/>
            </a:lvl8pPr>
            <a:lvl9pPr marL="1343802" indent="0">
              <a:buNone/>
              <a:defRPr sz="588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736271" y="920267"/>
            <a:ext cx="3137584" cy="135357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D32CC-42D6-4E9E-8DD7-438BA608F462}" type="datetimeFigureOut">
              <a:rPr lang="en-US" smtClean="0"/>
              <a:t>6/5/2024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16A14-601B-406B-8EFF-FF208EB6AC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84238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D32CC-42D6-4E9E-8DD7-438BA608F462}" type="datetimeFigureOut">
              <a:rPr lang="en-US" smtClean="0"/>
              <a:t>6/5/2024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16A14-601B-406B-8EFF-FF208EB6AC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82293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D32CC-42D6-4E9E-8DD7-438BA608F462}" type="datetimeFigureOut">
              <a:rPr lang="en-US" smtClean="0"/>
              <a:t>6/5/2024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16A14-601B-406B-8EFF-FF208EB6AC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53539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356" y="167958"/>
            <a:ext cx="2380335" cy="587851"/>
          </a:xfrm>
        </p:spPr>
        <p:txBody>
          <a:bodyPr anchor="b"/>
          <a:lstStyle>
            <a:lvl1pPr>
              <a:defRPr sz="117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37584" y="362742"/>
            <a:ext cx="3736271" cy="1790381"/>
          </a:xfrm>
        </p:spPr>
        <p:txBody>
          <a:bodyPr/>
          <a:lstStyle>
            <a:lvl1pPr>
              <a:defRPr sz="1176"/>
            </a:lvl1pPr>
            <a:lvl2pPr>
              <a:defRPr sz="1029"/>
            </a:lvl2pPr>
            <a:lvl3pPr>
              <a:defRPr sz="882"/>
            </a:lvl3pPr>
            <a:lvl4pPr>
              <a:defRPr sz="735"/>
            </a:lvl4pPr>
            <a:lvl5pPr>
              <a:defRPr sz="735"/>
            </a:lvl5pPr>
            <a:lvl6pPr>
              <a:defRPr sz="735"/>
            </a:lvl6pPr>
            <a:lvl7pPr>
              <a:defRPr sz="735"/>
            </a:lvl7pPr>
            <a:lvl8pPr>
              <a:defRPr sz="735"/>
            </a:lvl8pPr>
            <a:lvl9pPr>
              <a:defRPr sz="735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8356" y="755809"/>
            <a:ext cx="2380335" cy="1400229"/>
          </a:xfrm>
        </p:spPr>
        <p:txBody>
          <a:bodyPr/>
          <a:lstStyle>
            <a:lvl1pPr marL="0" indent="0">
              <a:buNone/>
              <a:defRPr sz="588"/>
            </a:lvl1pPr>
            <a:lvl2pPr marL="167975" indent="0">
              <a:buNone/>
              <a:defRPr sz="514"/>
            </a:lvl2pPr>
            <a:lvl3pPr marL="335951" indent="0">
              <a:buNone/>
              <a:defRPr sz="441"/>
            </a:lvl3pPr>
            <a:lvl4pPr marL="503926" indent="0">
              <a:buNone/>
              <a:defRPr sz="367"/>
            </a:lvl4pPr>
            <a:lvl5pPr marL="671901" indent="0">
              <a:buNone/>
              <a:defRPr sz="367"/>
            </a:lvl5pPr>
            <a:lvl6pPr marL="839876" indent="0">
              <a:buNone/>
              <a:defRPr sz="367"/>
            </a:lvl6pPr>
            <a:lvl7pPr marL="1007852" indent="0">
              <a:buNone/>
              <a:defRPr sz="367"/>
            </a:lvl7pPr>
            <a:lvl8pPr marL="1175827" indent="0">
              <a:buNone/>
              <a:defRPr sz="367"/>
            </a:lvl8pPr>
            <a:lvl9pPr marL="1343802" indent="0">
              <a:buNone/>
              <a:defRPr sz="367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D32CC-42D6-4E9E-8DD7-438BA608F462}" type="datetimeFigureOut">
              <a:rPr lang="en-US" smtClean="0"/>
              <a:t>6/5/2024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16A14-601B-406B-8EFF-FF208EB6AC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14943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356" y="167958"/>
            <a:ext cx="2380335" cy="587851"/>
          </a:xfrm>
        </p:spPr>
        <p:txBody>
          <a:bodyPr anchor="b"/>
          <a:lstStyle>
            <a:lvl1pPr>
              <a:defRPr sz="117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137584" y="362742"/>
            <a:ext cx="3736271" cy="1790381"/>
          </a:xfrm>
        </p:spPr>
        <p:txBody>
          <a:bodyPr anchor="t"/>
          <a:lstStyle>
            <a:lvl1pPr marL="0" indent="0">
              <a:buNone/>
              <a:defRPr sz="1176"/>
            </a:lvl1pPr>
            <a:lvl2pPr marL="167975" indent="0">
              <a:buNone/>
              <a:defRPr sz="1029"/>
            </a:lvl2pPr>
            <a:lvl3pPr marL="335951" indent="0">
              <a:buNone/>
              <a:defRPr sz="882"/>
            </a:lvl3pPr>
            <a:lvl4pPr marL="503926" indent="0">
              <a:buNone/>
              <a:defRPr sz="735"/>
            </a:lvl4pPr>
            <a:lvl5pPr marL="671901" indent="0">
              <a:buNone/>
              <a:defRPr sz="735"/>
            </a:lvl5pPr>
            <a:lvl6pPr marL="839876" indent="0">
              <a:buNone/>
              <a:defRPr sz="735"/>
            </a:lvl6pPr>
            <a:lvl7pPr marL="1007852" indent="0">
              <a:buNone/>
              <a:defRPr sz="735"/>
            </a:lvl7pPr>
            <a:lvl8pPr marL="1175827" indent="0">
              <a:buNone/>
              <a:defRPr sz="735"/>
            </a:lvl8pPr>
            <a:lvl9pPr marL="1343802" indent="0">
              <a:buNone/>
              <a:defRPr sz="735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8356" y="755809"/>
            <a:ext cx="2380335" cy="1400229"/>
          </a:xfrm>
        </p:spPr>
        <p:txBody>
          <a:bodyPr/>
          <a:lstStyle>
            <a:lvl1pPr marL="0" indent="0">
              <a:buNone/>
              <a:defRPr sz="588"/>
            </a:lvl1pPr>
            <a:lvl2pPr marL="167975" indent="0">
              <a:buNone/>
              <a:defRPr sz="514"/>
            </a:lvl2pPr>
            <a:lvl3pPr marL="335951" indent="0">
              <a:buNone/>
              <a:defRPr sz="441"/>
            </a:lvl3pPr>
            <a:lvl4pPr marL="503926" indent="0">
              <a:buNone/>
              <a:defRPr sz="367"/>
            </a:lvl4pPr>
            <a:lvl5pPr marL="671901" indent="0">
              <a:buNone/>
              <a:defRPr sz="367"/>
            </a:lvl5pPr>
            <a:lvl6pPr marL="839876" indent="0">
              <a:buNone/>
              <a:defRPr sz="367"/>
            </a:lvl6pPr>
            <a:lvl7pPr marL="1007852" indent="0">
              <a:buNone/>
              <a:defRPr sz="367"/>
            </a:lvl7pPr>
            <a:lvl8pPr marL="1175827" indent="0">
              <a:buNone/>
              <a:defRPr sz="367"/>
            </a:lvl8pPr>
            <a:lvl9pPr marL="1343802" indent="0">
              <a:buNone/>
              <a:defRPr sz="367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D32CC-42D6-4E9E-8DD7-438BA608F462}" type="datetimeFigureOut">
              <a:rPr lang="en-US" smtClean="0"/>
              <a:t>6/5/2024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16A14-601B-406B-8EFF-FF208EB6AC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56638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D32CC-42D6-4E9E-8DD7-438BA608F462}" type="datetimeFigureOut">
              <a:rPr lang="en-US" smtClean="0"/>
              <a:t>6/5/2024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16A14-601B-406B-8EFF-FF208EB6AC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53994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281518" y="134133"/>
            <a:ext cx="1591375" cy="21350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7395" y="134133"/>
            <a:ext cx="4681870" cy="2135044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D32CC-42D6-4E9E-8DD7-438BA608F462}" type="datetimeFigureOut">
              <a:rPr lang="en-US" smtClean="0"/>
              <a:t>6/5/2024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16A14-601B-406B-8EFF-FF208EB6AC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72107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7395" y="134133"/>
            <a:ext cx="6365498" cy="4869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7395" y="670664"/>
            <a:ext cx="6365498" cy="15985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07395" y="2335076"/>
            <a:ext cx="1660565" cy="1341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4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0D32CC-42D6-4E9E-8DD7-438BA608F462}" type="datetimeFigureOut">
              <a:rPr lang="en-US" smtClean="0"/>
              <a:t>6/5/2024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444721" y="2335076"/>
            <a:ext cx="2490847" cy="1341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4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212328" y="2335076"/>
            <a:ext cx="1660565" cy="1341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4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016A14-601B-406B-8EFF-FF208EB6AC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10743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1" r:id="rId1"/>
    <p:sldLayoutId id="2147483782" r:id="rId2"/>
    <p:sldLayoutId id="2147483783" r:id="rId3"/>
    <p:sldLayoutId id="2147483784" r:id="rId4"/>
    <p:sldLayoutId id="2147483785" r:id="rId5"/>
    <p:sldLayoutId id="2147483786" r:id="rId6"/>
    <p:sldLayoutId id="2147483787" r:id="rId7"/>
    <p:sldLayoutId id="2147483788" r:id="rId8"/>
    <p:sldLayoutId id="2147483789" r:id="rId9"/>
    <p:sldLayoutId id="2147483790" r:id="rId10"/>
    <p:sldLayoutId id="2147483791" r:id="rId11"/>
  </p:sldLayoutIdLst>
  <p:txStyles>
    <p:titleStyle>
      <a:lvl1pPr algn="l" defTabSz="335951" rtl="0" eaLnBrk="1" latinLnBrk="0" hangingPunct="1">
        <a:lnSpc>
          <a:spcPct val="90000"/>
        </a:lnSpc>
        <a:spcBef>
          <a:spcPct val="0"/>
        </a:spcBef>
        <a:buNone/>
        <a:defRPr sz="161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83988" indent="-83988" algn="l" defTabSz="335951" rtl="0" eaLnBrk="1" latinLnBrk="0" hangingPunct="1">
        <a:lnSpc>
          <a:spcPct val="90000"/>
        </a:lnSpc>
        <a:spcBef>
          <a:spcPts val="367"/>
        </a:spcBef>
        <a:buFont typeface="Arial" panose="020B0604020202020204" pitchFamily="34" charset="0"/>
        <a:buChar char="•"/>
        <a:defRPr sz="1029" kern="1200">
          <a:solidFill>
            <a:schemeClr val="tx1"/>
          </a:solidFill>
          <a:latin typeface="+mn-lt"/>
          <a:ea typeface="+mn-ea"/>
          <a:cs typeface="+mn-cs"/>
        </a:defRPr>
      </a:lvl1pPr>
      <a:lvl2pPr marL="251963" indent="-83988" algn="l" defTabSz="335951" rtl="0" eaLnBrk="1" latinLnBrk="0" hangingPunct="1">
        <a:lnSpc>
          <a:spcPct val="90000"/>
        </a:lnSpc>
        <a:spcBef>
          <a:spcPts val="184"/>
        </a:spcBef>
        <a:buFont typeface="Arial" panose="020B0604020202020204" pitchFamily="34" charset="0"/>
        <a:buChar char="•"/>
        <a:defRPr sz="882" kern="1200">
          <a:solidFill>
            <a:schemeClr val="tx1"/>
          </a:solidFill>
          <a:latin typeface="+mn-lt"/>
          <a:ea typeface="+mn-ea"/>
          <a:cs typeface="+mn-cs"/>
        </a:defRPr>
      </a:lvl2pPr>
      <a:lvl3pPr marL="419938" indent="-83988" algn="l" defTabSz="335951" rtl="0" eaLnBrk="1" latinLnBrk="0" hangingPunct="1">
        <a:lnSpc>
          <a:spcPct val="90000"/>
        </a:lnSpc>
        <a:spcBef>
          <a:spcPts val="184"/>
        </a:spcBef>
        <a:buFont typeface="Arial" panose="020B0604020202020204" pitchFamily="34" charset="0"/>
        <a:buChar char="•"/>
        <a:defRPr sz="735" kern="1200">
          <a:solidFill>
            <a:schemeClr val="tx1"/>
          </a:solidFill>
          <a:latin typeface="+mn-lt"/>
          <a:ea typeface="+mn-ea"/>
          <a:cs typeface="+mn-cs"/>
        </a:defRPr>
      </a:lvl3pPr>
      <a:lvl4pPr marL="587913" indent="-83988" algn="l" defTabSz="335951" rtl="0" eaLnBrk="1" latinLnBrk="0" hangingPunct="1">
        <a:lnSpc>
          <a:spcPct val="90000"/>
        </a:lnSpc>
        <a:spcBef>
          <a:spcPts val="184"/>
        </a:spcBef>
        <a:buFont typeface="Arial" panose="020B0604020202020204" pitchFamily="34" charset="0"/>
        <a:buChar char="•"/>
        <a:defRPr sz="661" kern="1200">
          <a:solidFill>
            <a:schemeClr val="tx1"/>
          </a:solidFill>
          <a:latin typeface="+mn-lt"/>
          <a:ea typeface="+mn-ea"/>
          <a:cs typeface="+mn-cs"/>
        </a:defRPr>
      </a:lvl4pPr>
      <a:lvl5pPr marL="755889" indent="-83988" algn="l" defTabSz="335951" rtl="0" eaLnBrk="1" latinLnBrk="0" hangingPunct="1">
        <a:lnSpc>
          <a:spcPct val="90000"/>
        </a:lnSpc>
        <a:spcBef>
          <a:spcPts val="184"/>
        </a:spcBef>
        <a:buFont typeface="Arial" panose="020B0604020202020204" pitchFamily="34" charset="0"/>
        <a:buChar char="•"/>
        <a:defRPr sz="661" kern="1200">
          <a:solidFill>
            <a:schemeClr val="tx1"/>
          </a:solidFill>
          <a:latin typeface="+mn-lt"/>
          <a:ea typeface="+mn-ea"/>
          <a:cs typeface="+mn-cs"/>
        </a:defRPr>
      </a:lvl5pPr>
      <a:lvl6pPr marL="923864" indent="-83988" algn="l" defTabSz="335951" rtl="0" eaLnBrk="1" latinLnBrk="0" hangingPunct="1">
        <a:lnSpc>
          <a:spcPct val="90000"/>
        </a:lnSpc>
        <a:spcBef>
          <a:spcPts val="184"/>
        </a:spcBef>
        <a:buFont typeface="Arial" panose="020B0604020202020204" pitchFamily="34" charset="0"/>
        <a:buChar char="•"/>
        <a:defRPr sz="661" kern="1200">
          <a:solidFill>
            <a:schemeClr val="tx1"/>
          </a:solidFill>
          <a:latin typeface="+mn-lt"/>
          <a:ea typeface="+mn-ea"/>
          <a:cs typeface="+mn-cs"/>
        </a:defRPr>
      </a:lvl6pPr>
      <a:lvl7pPr marL="1091839" indent="-83988" algn="l" defTabSz="335951" rtl="0" eaLnBrk="1" latinLnBrk="0" hangingPunct="1">
        <a:lnSpc>
          <a:spcPct val="90000"/>
        </a:lnSpc>
        <a:spcBef>
          <a:spcPts val="184"/>
        </a:spcBef>
        <a:buFont typeface="Arial" panose="020B0604020202020204" pitchFamily="34" charset="0"/>
        <a:buChar char="•"/>
        <a:defRPr sz="661" kern="1200">
          <a:solidFill>
            <a:schemeClr val="tx1"/>
          </a:solidFill>
          <a:latin typeface="+mn-lt"/>
          <a:ea typeface="+mn-ea"/>
          <a:cs typeface="+mn-cs"/>
        </a:defRPr>
      </a:lvl7pPr>
      <a:lvl8pPr marL="1259815" indent="-83988" algn="l" defTabSz="335951" rtl="0" eaLnBrk="1" latinLnBrk="0" hangingPunct="1">
        <a:lnSpc>
          <a:spcPct val="90000"/>
        </a:lnSpc>
        <a:spcBef>
          <a:spcPts val="184"/>
        </a:spcBef>
        <a:buFont typeface="Arial" panose="020B0604020202020204" pitchFamily="34" charset="0"/>
        <a:buChar char="•"/>
        <a:defRPr sz="661" kern="1200">
          <a:solidFill>
            <a:schemeClr val="tx1"/>
          </a:solidFill>
          <a:latin typeface="+mn-lt"/>
          <a:ea typeface="+mn-ea"/>
          <a:cs typeface="+mn-cs"/>
        </a:defRPr>
      </a:lvl8pPr>
      <a:lvl9pPr marL="1427790" indent="-83988" algn="l" defTabSz="335951" rtl="0" eaLnBrk="1" latinLnBrk="0" hangingPunct="1">
        <a:lnSpc>
          <a:spcPct val="90000"/>
        </a:lnSpc>
        <a:spcBef>
          <a:spcPts val="184"/>
        </a:spcBef>
        <a:buFont typeface="Arial" panose="020B0604020202020204" pitchFamily="34" charset="0"/>
        <a:buChar char="•"/>
        <a:defRPr sz="66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35951" rtl="0" eaLnBrk="1" latinLnBrk="0" hangingPunct="1">
        <a:defRPr sz="661" kern="1200">
          <a:solidFill>
            <a:schemeClr val="tx1"/>
          </a:solidFill>
          <a:latin typeface="+mn-lt"/>
          <a:ea typeface="+mn-ea"/>
          <a:cs typeface="+mn-cs"/>
        </a:defRPr>
      </a:lvl1pPr>
      <a:lvl2pPr marL="167975" algn="l" defTabSz="335951" rtl="0" eaLnBrk="1" latinLnBrk="0" hangingPunct="1">
        <a:defRPr sz="661" kern="1200">
          <a:solidFill>
            <a:schemeClr val="tx1"/>
          </a:solidFill>
          <a:latin typeface="+mn-lt"/>
          <a:ea typeface="+mn-ea"/>
          <a:cs typeface="+mn-cs"/>
        </a:defRPr>
      </a:lvl2pPr>
      <a:lvl3pPr marL="335951" algn="l" defTabSz="335951" rtl="0" eaLnBrk="1" latinLnBrk="0" hangingPunct="1">
        <a:defRPr sz="661" kern="1200">
          <a:solidFill>
            <a:schemeClr val="tx1"/>
          </a:solidFill>
          <a:latin typeface="+mn-lt"/>
          <a:ea typeface="+mn-ea"/>
          <a:cs typeface="+mn-cs"/>
        </a:defRPr>
      </a:lvl3pPr>
      <a:lvl4pPr marL="503926" algn="l" defTabSz="335951" rtl="0" eaLnBrk="1" latinLnBrk="0" hangingPunct="1">
        <a:defRPr sz="661" kern="1200">
          <a:solidFill>
            <a:schemeClr val="tx1"/>
          </a:solidFill>
          <a:latin typeface="+mn-lt"/>
          <a:ea typeface="+mn-ea"/>
          <a:cs typeface="+mn-cs"/>
        </a:defRPr>
      </a:lvl4pPr>
      <a:lvl5pPr marL="671901" algn="l" defTabSz="335951" rtl="0" eaLnBrk="1" latinLnBrk="0" hangingPunct="1">
        <a:defRPr sz="661" kern="1200">
          <a:solidFill>
            <a:schemeClr val="tx1"/>
          </a:solidFill>
          <a:latin typeface="+mn-lt"/>
          <a:ea typeface="+mn-ea"/>
          <a:cs typeface="+mn-cs"/>
        </a:defRPr>
      </a:lvl5pPr>
      <a:lvl6pPr marL="839876" algn="l" defTabSz="335951" rtl="0" eaLnBrk="1" latinLnBrk="0" hangingPunct="1">
        <a:defRPr sz="661" kern="1200">
          <a:solidFill>
            <a:schemeClr val="tx1"/>
          </a:solidFill>
          <a:latin typeface="+mn-lt"/>
          <a:ea typeface="+mn-ea"/>
          <a:cs typeface="+mn-cs"/>
        </a:defRPr>
      </a:lvl6pPr>
      <a:lvl7pPr marL="1007852" algn="l" defTabSz="335951" rtl="0" eaLnBrk="1" latinLnBrk="0" hangingPunct="1">
        <a:defRPr sz="661" kern="1200">
          <a:solidFill>
            <a:schemeClr val="tx1"/>
          </a:solidFill>
          <a:latin typeface="+mn-lt"/>
          <a:ea typeface="+mn-ea"/>
          <a:cs typeface="+mn-cs"/>
        </a:defRPr>
      </a:lvl7pPr>
      <a:lvl8pPr marL="1175827" algn="l" defTabSz="335951" rtl="0" eaLnBrk="1" latinLnBrk="0" hangingPunct="1">
        <a:defRPr sz="661" kern="1200">
          <a:solidFill>
            <a:schemeClr val="tx1"/>
          </a:solidFill>
          <a:latin typeface="+mn-lt"/>
          <a:ea typeface="+mn-ea"/>
          <a:cs typeface="+mn-cs"/>
        </a:defRPr>
      </a:lvl8pPr>
      <a:lvl9pPr marL="1343802" algn="l" defTabSz="335951" rtl="0" eaLnBrk="1" latinLnBrk="0" hangingPunct="1">
        <a:defRPr sz="66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64DE540F-5EF3-4886-ACCC-C36FD4E815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4758" y="2460"/>
            <a:ext cx="2455752" cy="227370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6BD530C-B7A0-4F16-BFBF-CC94449F34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4690" y="6175"/>
            <a:ext cx="2455753" cy="226999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6E4A39C-6F99-4259-9A4C-D7DE94F2D8B1}"/>
              </a:ext>
            </a:extLst>
          </p:cNvPr>
          <p:cNvSpPr txBox="1"/>
          <p:nvPr/>
        </p:nvSpPr>
        <p:spPr>
          <a:xfrm>
            <a:off x="1004690" y="2223571"/>
            <a:ext cx="220314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7417883-BA37-4DBD-90C0-3E5BBD36EBB4}"/>
              </a:ext>
            </a:extLst>
          </p:cNvPr>
          <p:cNvSpPr txBox="1"/>
          <p:nvPr/>
        </p:nvSpPr>
        <p:spPr>
          <a:xfrm>
            <a:off x="3854758" y="2223571"/>
            <a:ext cx="220314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</a:t>
            </a:r>
          </a:p>
        </p:txBody>
      </p:sp>
    </p:spTree>
    <p:extLst>
      <p:ext uri="{BB962C8B-B14F-4D97-AF65-F5344CB8AC3E}">
        <p14:creationId xmlns:p14="http://schemas.microsoft.com/office/powerpoint/2010/main" val="10555755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78</TotalTime>
  <Words>6</Words>
  <Application>Microsoft Office PowerPoint</Application>
  <PresentationFormat>Custom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Times New Roman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Sher Hazan</dc:creator>
  <cp:lastModifiedBy>Sher Hazan</cp:lastModifiedBy>
  <cp:revision>26</cp:revision>
  <dcterms:created xsi:type="dcterms:W3CDTF">2024-05-28T14:05:53Z</dcterms:created>
  <dcterms:modified xsi:type="dcterms:W3CDTF">2024-06-05T13:17:14Z</dcterms:modified>
</cp:coreProperties>
</file>