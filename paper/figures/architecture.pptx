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sldIdLst>
    <p:sldId id="262" r:id="rId2"/>
  </p:sldIdLst>
  <p:sldSz cx="7380288" cy="39592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764" autoAdjust="0"/>
    <p:restoredTop sz="94660"/>
  </p:normalViewPr>
  <p:slideViewPr>
    <p:cSldViewPr snapToGrid="0">
      <p:cViewPr>
        <p:scale>
          <a:sx n="150" d="100"/>
          <a:sy n="150" d="100"/>
        </p:scale>
        <p:origin x="1188" y="8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22536" y="647957"/>
            <a:ext cx="5535216" cy="1378397"/>
          </a:xfrm>
        </p:spPr>
        <p:txBody>
          <a:bodyPr anchor="b"/>
          <a:lstStyle>
            <a:lvl1pPr algn="ctr">
              <a:defRPr sz="34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22536" y="2079510"/>
            <a:ext cx="5535216" cy="955896"/>
          </a:xfrm>
        </p:spPr>
        <p:txBody>
          <a:bodyPr/>
          <a:lstStyle>
            <a:lvl1pPr marL="0" indent="0" algn="ctr">
              <a:buNone/>
              <a:defRPr sz="1386"/>
            </a:lvl1pPr>
            <a:lvl2pPr marL="263942" indent="0" algn="ctr">
              <a:buNone/>
              <a:defRPr sz="1155"/>
            </a:lvl2pPr>
            <a:lvl3pPr marL="527883" indent="0" algn="ctr">
              <a:buNone/>
              <a:defRPr sz="1039"/>
            </a:lvl3pPr>
            <a:lvl4pPr marL="791825" indent="0" algn="ctr">
              <a:buNone/>
              <a:defRPr sz="924"/>
            </a:lvl4pPr>
            <a:lvl5pPr marL="1055766" indent="0" algn="ctr">
              <a:buNone/>
              <a:defRPr sz="924"/>
            </a:lvl5pPr>
            <a:lvl6pPr marL="1319708" indent="0" algn="ctr">
              <a:buNone/>
              <a:defRPr sz="924"/>
            </a:lvl6pPr>
            <a:lvl7pPr marL="1583649" indent="0" algn="ctr">
              <a:buNone/>
              <a:defRPr sz="924"/>
            </a:lvl7pPr>
            <a:lvl8pPr marL="1847591" indent="0" algn="ctr">
              <a:buNone/>
              <a:defRPr sz="924"/>
            </a:lvl8pPr>
            <a:lvl9pPr marL="2111532" indent="0" algn="ctr">
              <a:buNone/>
              <a:defRPr sz="92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460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238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551" y="987058"/>
            <a:ext cx="6365498" cy="1646927"/>
          </a:xfrm>
        </p:spPr>
        <p:txBody>
          <a:bodyPr anchor="b"/>
          <a:lstStyle>
            <a:lvl1pPr>
              <a:defRPr sz="34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551" y="2649565"/>
            <a:ext cx="6365498" cy="866080"/>
          </a:xfrm>
        </p:spPr>
        <p:txBody>
          <a:bodyPr/>
          <a:lstStyle>
            <a:lvl1pPr marL="0" indent="0">
              <a:buNone/>
              <a:defRPr sz="1386">
                <a:solidFill>
                  <a:schemeClr val="tx1">
                    <a:tint val="75000"/>
                  </a:schemeClr>
                </a:solidFill>
              </a:defRPr>
            </a:lvl1pPr>
            <a:lvl2pPr marL="263942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2pPr>
            <a:lvl3pPr marL="527883" indent="0">
              <a:buNone/>
              <a:defRPr sz="1039">
                <a:solidFill>
                  <a:schemeClr val="tx1">
                    <a:tint val="75000"/>
                  </a:schemeClr>
                </a:solidFill>
              </a:defRPr>
            </a:lvl3pPr>
            <a:lvl4pPr marL="791825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4pPr>
            <a:lvl5pPr marL="1055766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5pPr>
            <a:lvl6pPr marL="1319708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6pPr>
            <a:lvl7pPr marL="1583649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7pPr>
            <a:lvl8pPr marL="1847591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8pPr>
            <a:lvl9pPr marL="2111532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968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7395" y="1053960"/>
            <a:ext cx="3136622" cy="25120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36271" y="1053960"/>
            <a:ext cx="3136622" cy="25120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226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356" y="210792"/>
            <a:ext cx="6365498" cy="765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357" y="970560"/>
            <a:ext cx="3122207" cy="475657"/>
          </a:xfrm>
        </p:spPr>
        <p:txBody>
          <a:bodyPr anchor="b"/>
          <a:lstStyle>
            <a:lvl1pPr marL="0" indent="0">
              <a:buNone/>
              <a:defRPr sz="1386" b="1"/>
            </a:lvl1pPr>
            <a:lvl2pPr marL="263942" indent="0">
              <a:buNone/>
              <a:defRPr sz="1155" b="1"/>
            </a:lvl2pPr>
            <a:lvl3pPr marL="527883" indent="0">
              <a:buNone/>
              <a:defRPr sz="1039" b="1"/>
            </a:lvl3pPr>
            <a:lvl4pPr marL="791825" indent="0">
              <a:buNone/>
              <a:defRPr sz="924" b="1"/>
            </a:lvl4pPr>
            <a:lvl5pPr marL="1055766" indent="0">
              <a:buNone/>
              <a:defRPr sz="924" b="1"/>
            </a:lvl5pPr>
            <a:lvl6pPr marL="1319708" indent="0">
              <a:buNone/>
              <a:defRPr sz="924" b="1"/>
            </a:lvl6pPr>
            <a:lvl7pPr marL="1583649" indent="0">
              <a:buNone/>
              <a:defRPr sz="924" b="1"/>
            </a:lvl7pPr>
            <a:lvl8pPr marL="1847591" indent="0">
              <a:buNone/>
              <a:defRPr sz="924" b="1"/>
            </a:lvl8pPr>
            <a:lvl9pPr marL="2111532" indent="0">
              <a:buNone/>
              <a:defRPr sz="924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357" y="1446217"/>
            <a:ext cx="3122207" cy="212716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36271" y="970560"/>
            <a:ext cx="3137584" cy="475657"/>
          </a:xfrm>
        </p:spPr>
        <p:txBody>
          <a:bodyPr anchor="b"/>
          <a:lstStyle>
            <a:lvl1pPr marL="0" indent="0">
              <a:buNone/>
              <a:defRPr sz="1386" b="1"/>
            </a:lvl1pPr>
            <a:lvl2pPr marL="263942" indent="0">
              <a:buNone/>
              <a:defRPr sz="1155" b="1"/>
            </a:lvl2pPr>
            <a:lvl3pPr marL="527883" indent="0">
              <a:buNone/>
              <a:defRPr sz="1039" b="1"/>
            </a:lvl3pPr>
            <a:lvl4pPr marL="791825" indent="0">
              <a:buNone/>
              <a:defRPr sz="924" b="1"/>
            </a:lvl4pPr>
            <a:lvl5pPr marL="1055766" indent="0">
              <a:buNone/>
              <a:defRPr sz="924" b="1"/>
            </a:lvl5pPr>
            <a:lvl6pPr marL="1319708" indent="0">
              <a:buNone/>
              <a:defRPr sz="924" b="1"/>
            </a:lvl6pPr>
            <a:lvl7pPr marL="1583649" indent="0">
              <a:buNone/>
              <a:defRPr sz="924" b="1"/>
            </a:lvl7pPr>
            <a:lvl8pPr marL="1847591" indent="0">
              <a:buNone/>
              <a:defRPr sz="924" b="1"/>
            </a:lvl8pPr>
            <a:lvl9pPr marL="2111532" indent="0">
              <a:buNone/>
              <a:defRPr sz="924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736271" y="1446217"/>
            <a:ext cx="3137584" cy="212716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02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859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28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356" y="263948"/>
            <a:ext cx="2380335" cy="923819"/>
          </a:xfrm>
        </p:spPr>
        <p:txBody>
          <a:bodyPr anchor="b"/>
          <a:lstStyle>
            <a:lvl1pPr>
              <a:defRPr sz="18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7584" y="570055"/>
            <a:ext cx="3736271" cy="2813616"/>
          </a:xfrm>
        </p:spPr>
        <p:txBody>
          <a:bodyPr/>
          <a:lstStyle>
            <a:lvl1pPr>
              <a:defRPr sz="1847"/>
            </a:lvl1pPr>
            <a:lvl2pPr>
              <a:defRPr sz="1616"/>
            </a:lvl2pPr>
            <a:lvl3pPr>
              <a:defRPr sz="1386"/>
            </a:lvl3pPr>
            <a:lvl4pPr>
              <a:defRPr sz="1155"/>
            </a:lvl4pPr>
            <a:lvl5pPr>
              <a:defRPr sz="1155"/>
            </a:lvl5pPr>
            <a:lvl6pPr>
              <a:defRPr sz="1155"/>
            </a:lvl6pPr>
            <a:lvl7pPr>
              <a:defRPr sz="1155"/>
            </a:lvl7pPr>
            <a:lvl8pPr>
              <a:defRPr sz="1155"/>
            </a:lvl8pPr>
            <a:lvl9pPr>
              <a:defRPr sz="1155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356" y="1187768"/>
            <a:ext cx="2380335" cy="2200486"/>
          </a:xfrm>
        </p:spPr>
        <p:txBody>
          <a:bodyPr/>
          <a:lstStyle>
            <a:lvl1pPr marL="0" indent="0">
              <a:buNone/>
              <a:defRPr sz="924"/>
            </a:lvl1pPr>
            <a:lvl2pPr marL="263942" indent="0">
              <a:buNone/>
              <a:defRPr sz="808"/>
            </a:lvl2pPr>
            <a:lvl3pPr marL="527883" indent="0">
              <a:buNone/>
              <a:defRPr sz="693"/>
            </a:lvl3pPr>
            <a:lvl4pPr marL="791825" indent="0">
              <a:buNone/>
              <a:defRPr sz="577"/>
            </a:lvl4pPr>
            <a:lvl5pPr marL="1055766" indent="0">
              <a:buNone/>
              <a:defRPr sz="577"/>
            </a:lvl5pPr>
            <a:lvl6pPr marL="1319708" indent="0">
              <a:buNone/>
              <a:defRPr sz="577"/>
            </a:lvl6pPr>
            <a:lvl7pPr marL="1583649" indent="0">
              <a:buNone/>
              <a:defRPr sz="577"/>
            </a:lvl7pPr>
            <a:lvl8pPr marL="1847591" indent="0">
              <a:buNone/>
              <a:defRPr sz="577"/>
            </a:lvl8pPr>
            <a:lvl9pPr marL="2111532" indent="0">
              <a:buNone/>
              <a:defRPr sz="577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021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356" y="263948"/>
            <a:ext cx="2380335" cy="923819"/>
          </a:xfrm>
        </p:spPr>
        <p:txBody>
          <a:bodyPr anchor="b"/>
          <a:lstStyle>
            <a:lvl1pPr>
              <a:defRPr sz="18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37584" y="570055"/>
            <a:ext cx="3736271" cy="2813616"/>
          </a:xfrm>
        </p:spPr>
        <p:txBody>
          <a:bodyPr anchor="t"/>
          <a:lstStyle>
            <a:lvl1pPr marL="0" indent="0">
              <a:buNone/>
              <a:defRPr sz="1847"/>
            </a:lvl1pPr>
            <a:lvl2pPr marL="263942" indent="0">
              <a:buNone/>
              <a:defRPr sz="1616"/>
            </a:lvl2pPr>
            <a:lvl3pPr marL="527883" indent="0">
              <a:buNone/>
              <a:defRPr sz="1386"/>
            </a:lvl3pPr>
            <a:lvl4pPr marL="791825" indent="0">
              <a:buNone/>
              <a:defRPr sz="1155"/>
            </a:lvl4pPr>
            <a:lvl5pPr marL="1055766" indent="0">
              <a:buNone/>
              <a:defRPr sz="1155"/>
            </a:lvl5pPr>
            <a:lvl6pPr marL="1319708" indent="0">
              <a:buNone/>
              <a:defRPr sz="1155"/>
            </a:lvl6pPr>
            <a:lvl7pPr marL="1583649" indent="0">
              <a:buNone/>
              <a:defRPr sz="1155"/>
            </a:lvl7pPr>
            <a:lvl8pPr marL="1847591" indent="0">
              <a:buNone/>
              <a:defRPr sz="1155"/>
            </a:lvl8pPr>
            <a:lvl9pPr marL="2111532" indent="0">
              <a:buNone/>
              <a:defRPr sz="115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356" y="1187768"/>
            <a:ext cx="2380335" cy="2200486"/>
          </a:xfrm>
        </p:spPr>
        <p:txBody>
          <a:bodyPr/>
          <a:lstStyle>
            <a:lvl1pPr marL="0" indent="0">
              <a:buNone/>
              <a:defRPr sz="924"/>
            </a:lvl1pPr>
            <a:lvl2pPr marL="263942" indent="0">
              <a:buNone/>
              <a:defRPr sz="808"/>
            </a:lvl2pPr>
            <a:lvl3pPr marL="527883" indent="0">
              <a:buNone/>
              <a:defRPr sz="693"/>
            </a:lvl3pPr>
            <a:lvl4pPr marL="791825" indent="0">
              <a:buNone/>
              <a:defRPr sz="577"/>
            </a:lvl4pPr>
            <a:lvl5pPr marL="1055766" indent="0">
              <a:buNone/>
              <a:defRPr sz="577"/>
            </a:lvl5pPr>
            <a:lvl6pPr marL="1319708" indent="0">
              <a:buNone/>
              <a:defRPr sz="577"/>
            </a:lvl6pPr>
            <a:lvl7pPr marL="1583649" indent="0">
              <a:buNone/>
              <a:defRPr sz="577"/>
            </a:lvl7pPr>
            <a:lvl8pPr marL="1847591" indent="0">
              <a:buNone/>
              <a:defRPr sz="577"/>
            </a:lvl8pPr>
            <a:lvl9pPr marL="2111532" indent="0">
              <a:buNone/>
              <a:defRPr sz="577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612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225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281518" y="210792"/>
            <a:ext cx="1591375" cy="33552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7395" y="210792"/>
            <a:ext cx="4681870" cy="335526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962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7395" y="210792"/>
            <a:ext cx="6365498" cy="76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395" y="1053960"/>
            <a:ext cx="6365498" cy="25120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7395" y="3669615"/>
            <a:ext cx="1660565" cy="210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0D32CC-42D6-4E9E-8DD7-438BA608F462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44721" y="3669615"/>
            <a:ext cx="2490847" cy="210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212328" y="3669615"/>
            <a:ext cx="1660565" cy="210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29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l" defTabSz="527883" rtl="0" eaLnBrk="1" latinLnBrk="0" hangingPunct="1">
        <a:lnSpc>
          <a:spcPct val="90000"/>
        </a:lnSpc>
        <a:spcBef>
          <a:spcPct val="0"/>
        </a:spcBef>
        <a:buNone/>
        <a:defRPr sz="25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1971" indent="-131971" algn="l" defTabSz="527883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1616" kern="1200">
          <a:solidFill>
            <a:schemeClr val="tx1"/>
          </a:solidFill>
          <a:latin typeface="+mn-lt"/>
          <a:ea typeface="+mn-ea"/>
          <a:cs typeface="+mn-cs"/>
        </a:defRPr>
      </a:lvl1pPr>
      <a:lvl2pPr marL="395912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386" kern="1200">
          <a:solidFill>
            <a:schemeClr val="tx1"/>
          </a:solidFill>
          <a:latin typeface="+mn-lt"/>
          <a:ea typeface="+mn-ea"/>
          <a:cs typeface="+mn-cs"/>
        </a:defRPr>
      </a:lvl2pPr>
      <a:lvl3pPr marL="659854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155" kern="1200">
          <a:solidFill>
            <a:schemeClr val="tx1"/>
          </a:solidFill>
          <a:latin typeface="+mn-lt"/>
          <a:ea typeface="+mn-ea"/>
          <a:cs typeface="+mn-cs"/>
        </a:defRPr>
      </a:lvl3pPr>
      <a:lvl4pPr marL="923795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4pPr>
      <a:lvl5pPr marL="1187737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5pPr>
      <a:lvl6pPr marL="1451679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6pPr>
      <a:lvl7pPr marL="1715620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7pPr>
      <a:lvl8pPr marL="1979562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8pPr>
      <a:lvl9pPr marL="2243503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1pPr>
      <a:lvl2pPr marL="263942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2pPr>
      <a:lvl3pPr marL="527883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3pPr>
      <a:lvl4pPr marL="791825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4pPr>
      <a:lvl5pPr marL="1055766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5pPr>
      <a:lvl6pPr marL="1319708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6pPr>
      <a:lvl7pPr marL="1583649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7pPr>
      <a:lvl8pPr marL="1847591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8pPr>
      <a:lvl9pPr marL="2111532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roup 113">
            <a:extLst>
              <a:ext uri="{FF2B5EF4-FFF2-40B4-BE49-F238E27FC236}">
                <a16:creationId xmlns:a16="http://schemas.microsoft.com/office/drawing/2014/main" id="{FF575000-F3E0-4AC4-BB88-9DEAA6287A60}"/>
              </a:ext>
            </a:extLst>
          </p:cNvPr>
          <p:cNvGrpSpPr/>
          <p:nvPr/>
        </p:nvGrpSpPr>
        <p:grpSpPr>
          <a:xfrm>
            <a:off x="12412" y="68107"/>
            <a:ext cx="7400446" cy="4011054"/>
            <a:chOff x="-60826" y="141846"/>
            <a:chExt cx="10394594" cy="5633888"/>
          </a:xfrm>
        </p:grpSpPr>
        <p:pic>
          <p:nvPicPr>
            <p:cNvPr id="115" name="Picture 114">
              <a:extLst>
                <a:ext uri="{FF2B5EF4-FFF2-40B4-BE49-F238E27FC236}">
                  <a16:creationId xmlns:a16="http://schemas.microsoft.com/office/drawing/2014/main" id="{1624D315-EFEB-4B5F-9719-4214B867E4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4802" b="92276" l="74" r="98000">
                          <a14:foregroundMark x1="12963" y1="17537" x2="5537" y2="12305"/>
                          <a14:foregroundMark x1="4830" y1="12548" x2="593" y2="33194"/>
                          <a14:foregroundMark x1="593" y1="33194" x2="3556" y2="70146"/>
                          <a14:foregroundMark x1="3556" y1="70146" x2="7111" y2="87265"/>
                          <a14:foregroundMark x1="7111" y1="87265" x2="13407" y2="99374"/>
                          <a14:foregroundMark x1="13407" y1="99374" x2="40000" y2="99791"/>
                          <a14:foregroundMark x1="94114" y1="49145" x2="98889" y2="44676"/>
                          <a14:foregroundMark x1="55736" y1="85063" x2="90267" y2="52745"/>
                          <a14:foregroundMark x1="40000" y1="99791" x2="50945" y2="89547"/>
                          <a14:foregroundMark x1="98889" y1="44676" x2="96370" y2="25887"/>
                          <a14:foregroundMark x1="96370" y1="25887" x2="91926" y2="10647"/>
                          <a14:foregroundMark x1="91926" y1="10647" x2="68815" y2="7724"/>
                          <a14:foregroundMark x1="30810" y1="22562" x2="29778" y2="22965"/>
                          <a14:foregroundMark x1="59521" y1="11353" x2="40108" y2="18932"/>
                          <a14:foregroundMark x1="68815" y1="7724" x2="65014" y2="9208"/>
                          <a14:foregroundMark x1="29778" y1="22965" x2="12741" y2="17745"/>
                          <a14:foregroundMark x1="12741" y1="17745" x2="13704" y2="43633"/>
                          <a14:foregroundMark x1="13704" y1="43633" x2="18148" y2="63883"/>
                          <a14:foregroundMark x1="18148" y1="63883" x2="25852" y2="64301"/>
                          <a14:foregroundMark x1="25852" y1="64301" x2="67333" y2="41336"/>
                          <a14:foregroundMark x1="67333" y1="41336" x2="67556" y2="40919"/>
                          <a14:foregroundMark x1="30980" y1="22933" x2="14444" y2="17954"/>
                          <a14:foregroundMark x1="50035" y1="28670" x2="31865" y2="23199"/>
                          <a14:foregroundMark x1="72000" y1="35282" x2="57564" y2="30936"/>
                          <a14:foregroundMark x1="14444" y1="17954" x2="1852" y2="34864"/>
                          <a14:foregroundMark x1="1852" y1="34864" x2="2519" y2="65136"/>
                          <a14:foregroundMark x1="2519" y1="65136" x2="9926" y2="84134"/>
                          <a14:foregroundMark x1="9926" y1="84134" x2="27778" y2="86221"/>
                          <a14:foregroundMark x1="27778" y1="86221" x2="49926" y2="63674"/>
                          <a14:foregroundMark x1="49926" y1="63674" x2="64074" y2="35491"/>
                          <a14:foregroundMark x1="58501" y1="16027" x2="57259" y2="11691"/>
                          <a14:foregroundMark x1="64074" y1="35491" x2="58651" y2="16552"/>
                          <a14:foregroundMark x1="57259" y1="11691" x2="30815" y2="10647"/>
                          <a14:foregroundMark x1="30815" y1="10647" x2="8963" y2="38622"/>
                          <a14:foregroundMark x1="8963" y1="38622" x2="13556" y2="85804"/>
                          <a14:foregroundMark x1="13556" y1="85804" x2="18444" y2="97286"/>
                          <a14:foregroundMark x1="73175" y1="90675" x2="75481" y2="90397"/>
                          <a14:foregroundMark x1="58192" y1="92485" x2="64651" y2="91705"/>
                          <a14:foregroundMark x1="56907" y1="92641" x2="57576" y2="92560"/>
                          <a14:foregroundMark x1="50970" y1="93358" x2="51281" y2="93320"/>
                          <a14:foregroundMark x1="18444" y1="97286" x2="50953" y2="93360"/>
                          <a14:foregroundMark x1="75481" y1="90397" x2="84889" y2="65136"/>
                          <a14:foregroundMark x1="84889" y1="65136" x2="61704" y2="41545"/>
                          <a14:foregroundMark x1="61704" y1="41545" x2="29407" y2="45511"/>
                          <a14:foregroundMark x1="29407" y1="45511" x2="17556" y2="80793"/>
                          <a14:foregroundMark x1="17556" y1="80793" x2="20148" y2="98747"/>
                          <a14:foregroundMark x1="74410" y1="88769" x2="75778" y2="88518"/>
                          <a14:foregroundMark x1="58660" y1="91666" x2="64380" y2="90614"/>
                          <a14:foregroundMark x1="51052" y1="93064" x2="51350" y2="93009"/>
                          <a14:foregroundMark x1="20148" y1="98747" x2="50994" y2="93075"/>
                          <a14:foregroundMark x1="75778" y1="88518" x2="95163" y2="65813"/>
                          <a14:foregroundMark x1="97514" y1="59220" x2="97015" y2="58029"/>
                          <a14:foregroundMark x1="90018" y1="51700" x2="77111" y2="62213"/>
                          <a14:foregroundMark x1="77111" y1="62213" x2="71630" y2="80793"/>
                          <a14:foregroundMark x1="74271" y1="92117" x2="75185" y2="96033"/>
                          <a14:foregroundMark x1="71630" y1="80793" x2="72825" y2="85913"/>
                          <a14:foregroundMark x1="86391" y1="32668" x2="86889" y2="29854"/>
                          <a14:foregroundMark x1="75185" y1="96033" x2="85323" y2="38706"/>
                          <a14:foregroundMark x1="86285" y1="39697" x2="84148" y2="74530"/>
                          <a14:foregroundMark x1="86889" y1="29854" x2="86697" y2="32983"/>
                          <a14:foregroundMark x1="87440" y1="91711" x2="88148" y2="95407"/>
                          <a14:foregroundMark x1="84148" y1="74530" x2="86454" y2="86566"/>
                          <a14:foregroundMark x1="88148" y1="95407" x2="91970" y2="92911"/>
                          <a14:foregroundMark x1="97926" y1="13570" x2="99704" y2="64092"/>
                          <a14:foregroundMark x1="99704" y1="64092" x2="95259" y2="17537"/>
                          <a14:foregroundMark x1="95259" y1="17537" x2="95259" y2="15658"/>
                          <a14:foregroundMark x1="98843" y1="62830" x2="99185" y2="77871"/>
                          <a14:foregroundMark x1="97630" y1="9395" x2="98812" y2="61443"/>
                          <a14:foregroundMark x1="99185" y1="77871" x2="97704" y2="94154"/>
                          <a14:foregroundMark x1="97704" y1="94154" x2="92696" y2="92884"/>
                          <a14:foregroundMark x1="90296" y1="92276" x2="90074" y2="78288"/>
                          <a14:foregroundMark x1="96963" y1="73695" x2="93116" y2="85397"/>
                          <a14:foregroundMark x1="93572" y1="85356" x2="96815" y2="78914"/>
                          <a14:foregroundMark x1="96815" y1="78914" x2="96329" y2="73033"/>
                          <a14:foregroundMark x1="97653" y1="68372" x2="97852" y2="83299"/>
                          <a14:foregroundMark x1="97025" y1="58059" x2="96963" y2="56159"/>
                          <a14:foregroundMark x1="97852" y1="83299" x2="97393" y2="69285"/>
                          <a14:foregroundMark x1="97718" y1="67953" x2="98148" y2="81837"/>
                          <a14:foregroundMark x1="97333" y1="55532" x2="97452" y2="59365"/>
                          <a14:foregroundMark x1="27259" y1="11900" x2="9845" y2="7334"/>
                          <a14:foregroundMark x1="2243" y1="12030" x2="3185" y2="36743"/>
                          <a14:foregroundMark x1="3185" y1="36743" x2="1259" y2="47182"/>
                          <a14:foregroundMark x1="5481" y1="15449" x2="2519" y2="12944"/>
                          <a14:foregroundMark x1="3333" y1="19833" x2="74" y2="14614"/>
                          <a14:foregroundMark x1="58370" y1="55324" x2="61407" y2="53653"/>
                          <a14:foregroundMark x1="83556" y1="43841" x2="72519" y2="29228"/>
                          <a14:foregroundMark x1="80444" y1="36743" x2="74815" y2="28392"/>
                          <a14:foregroundMark x1="77407" y1="30063" x2="73852" y2="25678"/>
                          <a14:foregroundMark x1="73985" y1="24426" x2="73259" y2="22965"/>
                          <a14:foregroundMark x1="74192" y1="24843" x2="73985" y2="24426"/>
                          <a14:foregroundMark x1="75333" y1="27140" x2="74192" y2="24843"/>
                          <a14:foregroundMark x1="73704" y1="23800" x2="74593" y2="22756"/>
                          <a14:foregroundMark x1="74593" y1="25470" x2="74963" y2="26096"/>
                          <a14:foregroundMark x1="74519" y1="21712" x2="75111" y2="21921"/>
                          <a14:foregroundMark x1="92275" y1="78497" x2="92370" y2="81628"/>
                          <a14:foregroundMark x1="92244" y1="77453" x2="92275" y2="78497"/>
                          <a14:foregroundMark x1="92231" y1="77035" x2="92244" y2="77453"/>
                          <a14:foregroundMark x1="92218" y1="76618" x2="92231" y2="77035"/>
                          <a14:foregroundMark x1="92148" y1="74322" x2="92218" y2="76618"/>
                          <a14:foregroundMark x1="92148" y1="77035" x2="92148" y2="77035"/>
                          <a14:foregroundMark x1="92296" y1="77244" x2="92296" y2="77244"/>
                          <a14:foregroundMark x1="92444" y1="77453" x2="92444" y2="77453"/>
                          <a14:foregroundMark x1="92444" y1="77871" x2="92444" y2="77871"/>
                          <a14:foregroundMark x1="92444" y1="78706" x2="92444" y2="78706"/>
                          <a14:foregroundMark x1="92551" y1="77453" x2="92593" y2="77871"/>
                          <a14:foregroundMark x1="92508" y1="77035" x2="92551" y2="77453"/>
                          <a14:foregroundMark x1="92444" y1="76409" x2="92508" y2="77035"/>
                          <a14:foregroundMark x1="92444" y1="77662" x2="92444" y2="78288"/>
                          <a14:foregroundMark x1="92370" y1="77453" x2="92444" y2="78079"/>
                          <a14:foregroundMark x1="92148" y1="77453" x2="92148" y2="77453"/>
                          <a14:foregroundMark x1="92519" y1="77453" x2="92593" y2="77871"/>
                          <a14:foregroundMark x1="92667" y1="78288" x2="92667" y2="78288"/>
                          <a14:foregroundMark x1="92444" y1="76618" x2="92444" y2="76618"/>
                          <a14:foregroundMark x1="92519" y1="76618" x2="92519" y2="76618"/>
                          <a14:foregroundMark x1="92519" y1="77871" x2="92519" y2="78288"/>
                          <a14:foregroundMark x1="92519" y1="78914" x2="92519" y2="78914"/>
                          <a14:foregroundMark x1="92593" y1="78497" x2="92593" y2="78497"/>
                          <a14:foregroundMark x1="92444" y1="76409" x2="92444" y2="76409"/>
                          <a14:foregroundMark x1="92519" y1="76409" x2="92519" y2="76409"/>
                          <a14:foregroundMark x1="92519" y1="76409" x2="92519" y2="76409"/>
                          <a14:foregroundMark x1="92667" y1="76409" x2="92667" y2="76409"/>
                          <a14:foregroundMark x1="92667" y1="76618" x2="92667" y2="76618"/>
                          <a14:foregroundMark x1="92519" y1="76200" x2="92519" y2="76200"/>
                          <a14:foregroundMark x1="92667" y1="77244" x2="92667" y2="77244"/>
                          <a14:foregroundMark x1="92741" y1="77662" x2="92741" y2="77662"/>
                          <a14:foregroundMark x1="92741" y1="76827" x2="92741" y2="76827"/>
                          <a14:foregroundMark x1="92519" y1="75365" x2="92519" y2="75365"/>
                          <a14:foregroundMark x1="92519" y1="75365" x2="92519" y2="75365"/>
                          <a14:foregroundMark x1="92667" y1="75574" x2="92667" y2="75574"/>
                          <a14:foregroundMark x1="92741" y1="75783" x2="92741" y2="75783"/>
                          <a14:foregroundMark x1="1704" y1="14405" x2="667" y2="13779"/>
                          <a14:backgroundMark x1="963" y1="6681" x2="9259" y2="7724"/>
                          <a14:backgroundMark x1="8519" y1="8351" x2="2296" y2="6681"/>
                          <a14:backgroundMark x1="2296" y1="6681" x2="7111" y2="6889"/>
                          <a14:backgroundMark x1="9037" y1="7933" x2="2963" y2="10021"/>
                          <a14:backgroundMark x1="2963" y1="10021" x2="8444" y2="5010"/>
                          <a14:backgroundMark x1="7407" y1="5846" x2="10222" y2="5637"/>
                          <a14:backgroundMark x1="9111" y1="7307" x2="8074" y2="9186"/>
                          <a14:backgroundMark x1="3630" y1="6681" x2="74" y2="8142"/>
                          <a14:backgroundMark x1="1111" y1="9186" x2="3333" y2="8977"/>
                          <a14:backgroundMark x1="31556" y1="19415" x2="37259" y2="19624"/>
                          <a14:backgroundMark x1="37259" y1="19624" x2="39333" y2="18998"/>
                          <a14:backgroundMark x1="39852" y1="19624" x2="36815" y2="20668"/>
                          <a14:backgroundMark x1="39926" y1="18163" x2="32222" y2="19624"/>
                          <a14:backgroundMark x1="50667" y1="28392" x2="55630" y2="28392"/>
                          <a14:backgroundMark x1="56963" y1="28392" x2="51556" y2="29436"/>
                          <a14:backgroundMark x1="51481" y1="29436" x2="50741" y2="28601"/>
                          <a14:backgroundMark x1="50889" y1="28184" x2="49926" y2="28184"/>
                          <a14:backgroundMark x1="50741" y1="29228" x2="50963" y2="29436"/>
                          <a14:backgroundMark x1="59037" y1="13570" x2="67111" y2="12317"/>
                          <a14:backgroundMark x1="67333" y1="12317" x2="60593" y2="11900"/>
                          <a14:backgroundMark x1="60444" y1="13779" x2="66519" y2="13987"/>
                          <a14:backgroundMark x1="73185" y1="17328" x2="80519" y2="17328"/>
                          <a14:backgroundMark x1="80148" y1="18163" x2="73556" y2="18163"/>
                          <a14:backgroundMark x1="75407" y1="16284" x2="80148" y2="15866"/>
                          <a14:backgroundMark x1="88593" y1="31315" x2="93037" y2="30480"/>
                          <a14:backgroundMark x1="92593" y1="32777" x2="89556" y2="32985"/>
                          <a14:backgroundMark x1="90074" y1="32568" x2="92000" y2="31106"/>
                          <a14:backgroundMark x1="92222" y1="32985" x2="88815" y2="33820"/>
                          <a14:backgroundMark x1="31852" y1="19207" x2="31481" y2="20877"/>
                          <a14:backgroundMark x1="31111" y1="18789" x2="32444" y2="21712"/>
                          <a14:backgroundMark x1="31630" y1="17954" x2="31630" y2="20459"/>
                          <a14:backgroundMark x1="31333" y1="16493" x2="32519" y2="18163"/>
                          <a14:backgroundMark x1="32000" y1="18372" x2="33111" y2="18998"/>
                          <a14:backgroundMark x1="31852" y1="19415" x2="31852" y2="21503"/>
                          <a14:backgroundMark x1="8741" y1="7516" x2="8148" y2="9395"/>
                          <a14:backgroundMark x1="51111" y1="27975" x2="55259" y2="28601"/>
                          <a14:backgroundMark x1="78370" y1="27975" x2="89111" y2="39040"/>
                          <a14:backgroundMark x1="89111" y1="39040" x2="96815" y2="62630"/>
                          <a14:backgroundMark x1="96815" y1="62630" x2="88815" y2="40292"/>
                          <a14:backgroundMark x1="88815" y1="40292" x2="92148" y2="54280"/>
                          <a14:backgroundMark x1="92148" y1="54280" x2="88963" y2="38205"/>
                          <a14:backgroundMark x1="96667" y1="60543" x2="97630" y2="64927"/>
                          <a14:backgroundMark x1="98296" y1="64509" x2="98667" y2="63883"/>
                          <a14:backgroundMark x1="97259" y1="64092" x2="94000" y2="75574"/>
                          <a14:backgroundMark x1="78074" y1="27349" x2="75414" y2="24785"/>
                          <a14:backgroundMark x1="75111" y1="24426" x2="75111" y2="24426"/>
                          <a14:backgroundMark x1="75407" y1="24843" x2="75407" y2="24843"/>
                          <a14:backgroundMark x1="93259" y1="78497" x2="93259" y2="78497"/>
                          <a14:backgroundMark x1="93407" y1="77453" x2="93407" y2="77453"/>
                          <a14:backgroundMark x1="94262" y1="75574" x2="94889" y2="73904"/>
                          <a14:backgroundMark x1="93870" y1="76618" x2="94262" y2="75574"/>
                          <a14:backgroundMark x1="93556" y1="77453" x2="93870" y2="76618"/>
                          <a14:backgroundMark x1="93778" y1="75992" x2="93778" y2="75992"/>
                          <a14:backgroundMark x1="93630" y1="75992" x2="93630" y2="75992"/>
                          <a14:backgroundMark x1="93333" y1="76618" x2="93333" y2="76618"/>
                          <a14:backgroundMark x1="93185" y1="78497" x2="93185" y2="78497"/>
                          <a14:backgroundMark x1="51630" y1="89353" x2="57185" y2="89144"/>
                          <a14:backgroundMark x1="57185" y1="89144" x2="52296" y2="89562"/>
                          <a14:backgroundMark x1="51926" y1="88309" x2="57852" y2="89144"/>
                          <a14:backgroundMark x1="57852" y1="89144" x2="57407" y2="89770"/>
                          <a14:backgroundMark x1="57630" y1="89770" x2="51926" y2="87474"/>
                          <a14:backgroundMark x1="51926" y1="87474" x2="56667" y2="88309"/>
                          <a14:backgroundMark x1="52741" y1="88309" x2="55852" y2="88935"/>
                          <a14:backgroundMark x1="66074" y1="88518" x2="72519" y2="89979"/>
                          <a14:backgroundMark x1="72519" y1="89979" x2="66519" y2="90188"/>
                          <a14:backgroundMark x1="66519" y1="90188" x2="73185" y2="88727"/>
                          <a14:backgroundMark x1="72815" y1="89562" x2="73185" y2="89562"/>
                          <a14:backgroundMark x1="73111" y1="90397" x2="67407" y2="90605"/>
                          <a14:backgroundMark x1="67407" y1="90605" x2="65556" y2="88309"/>
                          <a14:backgroundMark x1="65333" y1="87891" x2="70593" y2="92484"/>
                          <a14:backgroundMark x1="70593" y1="92484" x2="70963" y2="91649"/>
                          <a14:backgroundMark x1="73333" y1="89353" x2="72963" y2="91649"/>
                          <a14:backgroundMark x1="68370" y1="88309" x2="64222" y2="89979"/>
                          <a14:backgroundMark x1="81852" y1="89562" x2="87926" y2="89562"/>
                          <a14:backgroundMark x1="87778" y1="88309" x2="87778" y2="89979"/>
                          <a14:backgroundMark x1="90741" y1="89979" x2="96370" y2="89770"/>
                          <a14:backgroundMark x1="96370" y1="89770" x2="96370" y2="89770"/>
                          <a14:backgroundMark x1="93111" y1="89770" x2="91333" y2="89144"/>
                          <a14:backgroundMark x1="51407" y1="90188" x2="52222" y2="87265"/>
                          <a14:backgroundMark x1="51407" y1="88309" x2="51926" y2="89353"/>
                          <a14:backgroundMark x1="51333" y1="89353" x2="51630" y2="89979"/>
                          <a14:backgroundMark x1="51926" y1="90397" x2="57481" y2="89770"/>
                          <a14:backgroundMark x1="57481" y1="89770" x2="57556" y2="89770"/>
                          <a14:backgroundMark x1="33037" y1="88935" x2="38741" y2="91232"/>
                          <a14:backgroundMark x1="38741" y1="91232" x2="40370" y2="90605"/>
                          <a14:backgroundMark x1="40222" y1="89770" x2="34593" y2="89770"/>
                          <a14:backgroundMark x1="33407" y1="90397" x2="38889" y2="88727"/>
                          <a14:backgroundMark x1="38815" y1="88309" x2="38593" y2="87891"/>
                          <a14:backgroundMark x1="39259" y1="88309" x2="33481" y2="88935"/>
                          <a14:backgroundMark x1="33481" y1="88935" x2="39037" y2="90188"/>
                          <a14:backgroundMark x1="39037" y1="90188" x2="40444" y2="89562"/>
                          <a14:backgroundMark x1="73037" y1="88518" x2="73333" y2="90814"/>
                          <a14:backgroundMark x1="57852" y1="88100" x2="58148" y2="90397"/>
                          <a14:backgroundMark x1="40444" y1="87683" x2="38889" y2="88309"/>
                          <a14:backgroundMark x1="81407" y1="89353" x2="83630" y2="89979"/>
                          <a14:backgroundMark x1="81556" y1="89979" x2="83185" y2="91858"/>
                          <a14:backgroundMark x1="94519" y1="88309" x2="92222" y2="88518"/>
                          <a14:backgroundMark x1="71556" y1="87891" x2="71556" y2="87891"/>
                        </a14:backgroundRemoval>
                      </a14:imgEffect>
                    </a14:imgLayer>
                  </a14:imgProps>
                </a:ext>
              </a:extLst>
            </a:blip>
            <a:srcRect r="3646"/>
            <a:stretch/>
          </p:blipFill>
          <p:spPr>
            <a:xfrm>
              <a:off x="-56150" y="2685418"/>
              <a:ext cx="8392106" cy="3090316"/>
            </a:xfrm>
            <a:prstGeom prst="rect">
              <a:avLst/>
            </a:prstGeom>
          </p:spPr>
        </p:pic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961F1C16-1578-49CF-964E-6B631CF581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14380" y="4807144"/>
              <a:ext cx="199728" cy="325930"/>
            </a:xfrm>
            <a:prstGeom prst="line">
              <a:avLst/>
            </a:prstGeom>
            <a:ln>
              <a:solidFill>
                <a:srgbClr val="55555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0C6E742A-C19C-4D44-A071-807B5E0AC82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3009" b="1324"/>
            <a:stretch/>
          </p:blipFill>
          <p:spPr>
            <a:xfrm>
              <a:off x="8753947" y="1842121"/>
              <a:ext cx="1579821" cy="2436200"/>
            </a:xfrm>
            <a:prstGeom prst="rect">
              <a:avLst/>
            </a:prstGeom>
          </p:spPr>
        </p:pic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E828BF6-F9E7-4266-AE6C-AC44892CBF4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29112" y="1317028"/>
              <a:ext cx="449956" cy="595246"/>
            </a:xfrm>
            <a:prstGeom prst="line">
              <a:avLst/>
            </a:prstGeom>
            <a:ln>
              <a:solidFill>
                <a:srgbClr val="55555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2A3C5C3E-EA0C-430C-B549-CF738821EC46}"/>
                </a:ext>
              </a:extLst>
            </p:cNvPr>
            <p:cNvCxnSpPr>
              <a:cxnSpLocks/>
              <a:stCxn id="117" idx="1"/>
            </p:cNvCxnSpPr>
            <p:nvPr/>
          </p:nvCxnSpPr>
          <p:spPr>
            <a:xfrm flipH="1">
              <a:off x="8341999" y="3060221"/>
              <a:ext cx="411948" cy="152043"/>
            </a:xfrm>
            <a:prstGeom prst="line">
              <a:avLst/>
            </a:prstGeom>
            <a:ln>
              <a:solidFill>
                <a:srgbClr val="55555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0C7884F2-ACD4-4F80-897C-E6B77806DC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29440" y="3297046"/>
              <a:ext cx="423850" cy="157131"/>
            </a:xfrm>
            <a:prstGeom prst="line">
              <a:avLst/>
            </a:prstGeom>
            <a:ln>
              <a:solidFill>
                <a:srgbClr val="55555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0C4A6938-1235-4B32-B80A-0BE660435F0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41999" y="2837699"/>
              <a:ext cx="411949" cy="4581"/>
            </a:xfrm>
            <a:prstGeom prst="line">
              <a:avLst/>
            </a:prstGeom>
            <a:ln>
              <a:solidFill>
                <a:srgbClr val="55555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818E838C-2755-485E-9530-7A60CBD64C0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35719" y="2485855"/>
              <a:ext cx="418230" cy="119601"/>
            </a:xfrm>
            <a:prstGeom prst="line">
              <a:avLst/>
            </a:prstGeom>
            <a:ln>
              <a:solidFill>
                <a:srgbClr val="55555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413D3DD4-5EEF-4430-A732-0347362E3B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54560" y="3534517"/>
              <a:ext cx="398730" cy="201066"/>
            </a:xfrm>
            <a:prstGeom prst="line">
              <a:avLst/>
            </a:prstGeom>
            <a:ln>
              <a:solidFill>
                <a:srgbClr val="55555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34E2E083-D60F-4669-9B63-A3207AFD28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53902" y="3739101"/>
              <a:ext cx="425165" cy="263180"/>
            </a:xfrm>
            <a:prstGeom prst="line">
              <a:avLst/>
            </a:prstGeom>
            <a:ln>
              <a:solidFill>
                <a:srgbClr val="55555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F7E86465-0926-441D-8C75-3150DE6D2DC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36048" y="2131685"/>
              <a:ext cx="417242" cy="248485"/>
            </a:xfrm>
            <a:prstGeom prst="line">
              <a:avLst/>
            </a:prstGeom>
            <a:ln>
              <a:solidFill>
                <a:srgbClr val="55555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4C2F99D7-CE76-405C-83DC-080E6D18221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29440" y="1736436"/>
              <a:ext cx="436409" cy="411065"/>
            </a:xfrm>
            <a:prstGeom prst="line">
              <a:avLst/>
            </a:prstGeom>
            <a:ln>
              <a:solidFill>
                <a:srgbClr val="55555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1FA57E21-2BDF-45B5-91D9-C870367866D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54558" y="3991625"/>
              <a:ext cx="398732" cy="325715"/>
            </a:xfrm>
            <a:prstGeom prst="line">
              <a:avLst/>
            </a:prstGeom>
            <a:ln>
              <a:solidFill>
                <a:srgbClr val="55555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7B1CE744-097D-479B-B0C2-FA12AAF7B7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54558" y="4203555"/>
              <a:ext cx="424509" cy="449573"/>
            </a:xfrm>
            <a:prstGeom prst="line">
              <a:avLst/>
            </a:prstGeom>
            <a:ln>
              <a:solidFill>
                <a:srgbClr val="55555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FBE61424-6226-4171-8F09-9389ECFE09E8}"/>
                </a:ext>
              </a:extLst>
            </p:cNvPr>
            <p:cNvGrpSpPr/>
            <p:nvPr/>
          </p:nvGrpSpPr>
          <p:grpSpPr>
            <a:xfrm>
              <a:off x="-60826" y="141846"/>
              <a:ext cx="8392106" cy="2829317"/>
              <a:chOff x="1741170" y="1768969"/>
              <a:chExt cx="8392106" cy="2829317"/>
            </a:xfrm>
          </p:grpSpPr>
          <p:pic>
            <p:nvPicPr>
              <p:cNvPr id="139" name="Picture 138">
                <a:extLst>
                  <a:ext uri="{FF2B5EF4-FFF2-40B4-BE49-F238E27FC236}">
                    <a16:creationId xmlns:a16="http://schemas.microsoft.com/office/drawing/2014/main" id="{A3B85E9E-6889-4687-BB71-32C62707BB6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4802" b="92276" l="74" r="98000">
                            <a14:foregroundMark x1="12963" y1="17537" x2="5537" y2="12305"/>
                            <a14:foregroundMark x1="4830" y1="12548" x2="593" y2="33194"/>
                            <a14:foregroundMark x1="593" y1="33194" x2="3556" y2="70146"/>
                            <a14:foregroundMark x1="3556" y1="70146" x2="7111" y2="87265"/>
                            <a14:foregroundMark x1="7111" y1="87265" x2="13407" y2="99374"/>
                            <a14:foregroundMark x1="13407" y1="99374" x2="40000" y2="99791"/>
                            <a14:foregroundMark x1="94114" y1="49145" x2="98889" y2="44676"/>
                            <a14:foregroundMark x1="55736" y1="85063" x2="90267" y2="52745"/>
                            <a14:foregroundMark x1="40000" y1="99791" x2="50945" y2="89547"/>
                            <a14:foregroundMark x1="98889" y1="44676" x2="96370" y2="25887"/>
                            <a14:foregroundMark x1="96370" y1="25887" x2="91926" y2="10647"/>
                            <a14:foregroundMark x1="91926" y1="10647" x2="68815" y2="7724"/>
                            <a14:foregroundMark x1="30810" y1="22562" x2="29778" y2="22965"/>
                            <a14:foregroundMark x1="59521" y1="11353" x2="40108" y2="18932"/>
                            <a14:foregroundMark x1="68815" y1="7724" x2="65014" y2="9208"/>
                            <a14:foregroundMark x1="29778" y1="22965" x2="12741" y2="17745"/>
                            <a14:foregroundMark x1="12741" y1="17745" x2="13704" y2="43633"/>
                            <a14:foregroundMark x1="13704" y1="43633" x2="18148" y2="63883"/>
                            <a14:foregroundMark x1="18148" y1="63883" x2="25852" y2="64301"/>
                            <a14:foregroundMark x1="25852" y1="64301" x2="67333" y2="41336"/>
                            <a14:foregroundMark x1="67333" y1="41336" x2="67556" y2="40919"/>
                            <a14:foregroundMark x1="30980" y1="22933" x2="14444" y2="17954"/>
                            <a14:foregroundMark x1="50035" y1="28670" x2="31865" y2="23199"/>
                            <a14:foregroundMark x1="72000" y1="35282" x2="57564" y2="30936"/>
                            <a14:foregroundMark x1="14444" y1="17954" x2="1852" y2="34864"/>
                            <a14:foregroundMark x1="1852" y1="34864" x2="2519" y2="65136"/>
                            <a14:foregroundMark x1="2519" y1="65136" x2="9926" y2="84134"/>
                            <a14:foregroundMark x1="9926" y1="84134" x2="27778" y2="86221"/>
                            <a14:foregroundMark x1="27778" y1="86221" x2="49926" y2="63674"/>
                            <a14:foregroundMark x1="49926" y1="63674" x2="64074" y2="35491"/>
                            <a14:foregroundMark x1="58501" y1="16027" x2="57259" y2="11691"/>
                            <a14:foregroundMark x1="64074" y1="35491" x2="58651" y2="16552"/>
                            <a14:foregroundMark x1="57259" y1="11691" x2="30815" y2="10647"/>
                            <a14:foregroundMark x1="30815" y1="10647" x2="8963" y2="38622"/>
                            <a14:foregroundMark x1="8963" y1="38622" x2="13556" y2="85804"/>
                            <a14:foregroundMark x1="13556" y1="85804" x2="18444" y2="97286"/>
                            <a14:foregroundMark x1="73175" y1="90675" x2="75481" y2="90397"/>
                            <a14:foregroundMark x1="58192" y1="92485" x2="64651" y2="91705"/>
                            <a14:foregroundMark x1="56907" y1="92641" x2="57576" y2="92560"/>
                            <a14:foregroundMark x1="50970" y1="93358" x2="51281" y2="93320"/>
                            <a14:foregroundMark x1="18444" y1="97286" x2="50953" y2="93360"/>
                            <a14:foregroundMark x1="75481" y1="90397" x2="84889" y2="65136"/>
                            <a14:foregroundMark x1="84889" y1="65136" x2="61704" y2="41545"/>
                            <a14:foregroundMark x1="61704" y1="41545" x2="29407" y2="45511"/>
                            <a14:foregroundMark x1="29407" y1="45511" x2="17556" y2="80793"/>
                            <a14:foregroundMark x1="17556" y1="80793" x2="20148" y2="98747"/>
                            <a14:foregroundMark x1="74410" y1="88769" x2="75778" y2="88518"/>
                            <a14:foregroundMark x1="58660" y1="91666" x2="64380" y2="90614"/>
                            <a14:foregroundMark x1="51052" y1="93064" x2="51350" y2="93009"/>
                            <a14:foregroundMark x1="20148" y1="98747" x2="50994" y2="93075"/>
                            <a14:foregroundMark x1="75778" y1="88518" x2="95163" y2="65813"/>
                            <a14:foregroundMark x1="97514" y1="59220" x2="97015" y2="58029"/>
                            <a14:foregroundMark x1="90018" y1="51700" x2="77111" y2="62213"/>
                            <a14:foregroundMark x1="77111" y1="62213" x2="71630" y2="80793"/>
                            <a14:foregroundMark x1="74271" y1="92117" x2="75185" y2="96033"/>
                            <a14:foregroundMark x1="71630" y1="80793" x2="72825" y2="85913"/>
                            <a14:foregroundMark x1="86391" y1="32668" x2="86889" y2="29854"/>
                            <a14:foregroundMark x1="75185" y1="96033" x2="85323" y2="38706"/>
                            <a14:foregroundMark x1="86285" y1="39697" x2="84148" y2="74530"/>
                            <a14:foregroundMark x1="86889" y1="29854" x2="86697" y2="32983"/>
                            <a14:foregroundMark x1="87440" y1="91711" x2="88148" y2="95407"/>
                            <a14:foregroundMark x1="84148" y1="74530" x2="86454" y2="86566"/>
                            <a14:foregroundMark x1="88148" y1="95407" x2="91970" y2="92911"/>
                            <a14:foregroundMark x1="97926" y1="13570" x2="99704" y2="64092"/>
                            <a14:foregroundMark x1="99704" y1="64092" x2="95259" y2="17537"/>
                            <a14:foregroundMark x1="95259" y1="17537" x2="95259" y2="15658"/>
                            <a14:foregroundMark x1="98843" y1="62830" x2="99185" y2="77871"/>
                            <a14:foregroundMark x1="97630" y1="9395" x2="98812" y2="61443"/>
                            <a14:foregroundMark x1="99185" y1="77871" x2="97704" y2="94154"/>
                            <a14:foregroundMark x1="97704" y1="94154" x2="92696" y2="92884"/>
                            <a14:foregroundMark x1="90296" y1="92276" x2="90074" y2="78288"/>
                            <a14:foregroundMark x1="96963" y1="73695" x2="93116" y2="85397"/>
                            <a14:foregroundMark x1="93572" y1="85356" x2="96815" y2="78914"/>
                            <a14:foregroundMark x1="96815" y1="78914" x2="96329" y2="73033"/>
                            <a14:foregroundMark x1="97653" y1="68372" x2="97852" y2="83299"/>
                            <a14:foregroundMark x1="97025" y1="58059" x2="96963" y2="56159"/>
                            <a14:foregroundMark x1="97852" y1="83299" x2="97393" y2="69285"/>
                            <a14:foregroundMark x1="97718" y1="67953" x2="98148" y2="81837"/>
                            <a14:foregroundMark x1="97333" y1="55532" x2="97452" y2="59365"/>
                            <a14:foregroundMark x1="27259" y1="11900" x2="9845" y2="7334"/>
                            <a14:foregroundMark x1="2243" y1="12030" x2="3185" y2="36743"/>
                            <a14:foregroundMark x1="3185" y1="36743" x2="1259" y2="47182"/>
                            <a14:foregroundMark x1="5481" y1="15449" x2="2519" y2="12944"/>
                            <a14:foregroundMark x1="3333" y1="19833" x2="74" y2="14614"/>
                            <a14:foregroundMark x1="58370" y1="55324" x2="61407" y2="53653"/>
                            <a14:foregroundMark x1="83556" y1="43841" x2="72519" y2="29228"/>
                            <a14:foregroundMark x1="80444" y1="36743" x2="74815" y2="28392"/>
                            <a14:foregroundMark x1="77407" y1="30063" x2="73852" y2="25678"/>
                            <a14:foregroundMark x1="73985" y1="24426" x2="73259" y2="22965"/>
                            <a14:foregroundMark x1="74192" y1="24843" x2="73985" y2="24426"/>
                            <a14:foregroundMark x1="75333" y1="27140" x2="74192" y2="24843"/>
                            <a14:foregroundMark x1="73704" y1="23800" x2="74593" y2="22756"/>
                            <a14:foregroundMark x1="74593" y1="25470" x2="74963" y2="26096"/>
                            <a14:foregroundMark x1="74519" y1="21712" x2="75111" y2="21921"/>
                            <a14:foregroundMark x1="92275" y1="78497" x2="92370" y2="81628"/>
                            <a14:foregroundMark x1="92244" y1="77453" x2="92275" y2="78497"/>
                            <a14:foregroundMark x1="92231" y1="77035" x2="92244" y2="77453"/>
                            <a14:foregroundMark x1="92218" y1="76618" x2="92231" y2="77035"/>
                            <a14:foregroundMark x1="92148" y1="74322" x2="92218" y2="76618"/>
                            <a14:foregroundMark x1="92148" y1="77035" x2="92148" y2="77035"/>
                            <a14:foregroundMark x1="92296" y1="77244" x2="92296" y2="77244"/>
                            <a14:foregroundMark x1="92444" y1="77453" x2="92444" y2="77453"/>
                            <a14:foregroundMark x1="92444" y1="77871" x2="92444" y2="77871"/>
                            <a14:foregroundMark x1="92444" y1="78706" x2="92444" y2="78706"/>
                            <a14:foregroundMark x1="92551" y1="77453" x2="92593" y2="77871"/>
                            <a14:foregroundMark x1="92508" y1="77035" x2="92551" y2="77453"/>
                            <a14:foregroundMark x1="92444" y1="76409" x2="92508" y2="77035"/>
                            <a14:foregroundMark x1="92444" y1="77662" x2="92444" y2="78288"/>
                            <a14:foregroundMark x1="92370" y1="77453" x2="92444" y2="78079"/>
                            <a14:foregroundMark x1="92148" y1="77453" x2="92148" y2="77453"/>
                            <a14:foregroundMark x1="92519" y1="77453" x2="92593" y2="77871"/>
                            <a14:foregroundMark x1="92667" y1="78288" x2="92667" y2="78288"/>
                            <a14:foregroundMark x1="92444" y1="76618" x2="92444" y2="76618"/>
                            <a14:foregroundMark x1="92519" y1="76618" x2="92519" y2="76618"/>
                            <a14:foregroundMark x1="92519" y1="77871" x2="92519" y2="78288"/>
                            <a14:foregroundMark x1="92519" y1="78914" x2="92519" y2="78914"/>
                            <a14:foregroundMark x1="92593" y1="78497" x2="92593" y2="78497"/>
                            <a14:foregroundMark x1="92444" y1="76409" x2="92444" y2="76409"/>
                            <a14:foregroundMark x1="92519" y1="76409" x2="92519" y2="76409"/>
                            <a14:foregroundMark x1="92519" y1="76409" x2="92519" y2="76409"/>
                            <a14:foregroundMark x1="92667" y1="76409" x2="92667" y2="76409"/>
                            <a14:foregroundMark x1="92667" y1="76618" x2="92667" y2="76618"/>
                            <a14:foregroundMark x1="92519" y1="76200" x2="92519" y2="76200"/>
                            <a14:foregroundMark x1="92667" y1="77244" x2="92667" y2="77244"/>
                            <a14:foregroundMark x1="92741" y1="77662" x2="92741" y2="77662"/>
                            <a14:foregroundMark x1="92741" y1="76827" x2="92741" y2="76827"/>
                            <a14:foregroundMark x1="92519" y1="75365" x2="92519" y2="75365"/>
                            <a14:foregroundMark x1="92519" y1="75365" x2="92519" y2="75365"/>
                            <a14:foregroundMark x1="92667" y1="75574" x2="92667" y2="75574"/>
                            <a14:foregroundMark x1="92741" y1="75783" x2="92741" y2="75783"/>
                            <a14:foregroundMark x1="1704" y1="14405" x2="667" y2="13779"/>
                            <a14:backgroundMark x1="963" y1="6681" x2="9259" y2="7724"/>
                            <a14:backgroundMark x1="8519" y1="8351" x2="2296" y2="6681"/>
                            <a14:backgroundMark x1="2296" y1="6681" x2="7111" y2="6889"/>
                            <a14:backgroundMark x1="9037" y1="7933" x2="2963" y2="10021"/>
                            <a14:backgroundMark x1="2963" y1="10021" x2="8444" y2="5010"/>
                            <a14:backgroundMark x1="7407" y1="5846" x2="10222" y2="5637"/>
                            <a14:backgroundMark x1="9111" y1="7307" x2="8074" y2="9186"/>
                            <a14:backgroundMark x1="3630" y1="6681" x2="74" y2="8142"/>
                            <a14:backgroundMark x1="1111" y1="9186" x2="3333" y2="8977"/>
                            <a14:backgroundMark x1="31556" y1="19415" x2="37259" y2="19624"/>
                            <a14:backgroundMark x1="37259" y1="19624" x2="39333" y2="18998"/>
                            <a14:backgroundMark x1="39852" y1="19624" x2="36815" y2="20668"/>
                            <a14:backgroundMark x1="39926" y1="18163" x2="32222" y2="19624"/>
                            <a14:backgroundMark x1="50667" y1="28392" x2="55630" y2="28392"/>
                            <a14:backgroundMark x1="56963" y1="28392" x2="51556" y2="29436"/>
                            <a14:backgroundMark x1="51481" y1="29436" x2="50741" y2="28601"/>
                            <a14:backgroundMark x1="50889" y1="28184" x2="49926" y2="28184"/>
                            <a14:backgroundMark x1="50741" y1="29228" x2="50963" y2="29436"/>
                            <a14:backgroundMark x1="59037" y1="13570" x2="67111" y2="12317"/>
                            <a14:backgroundMark x1="67333" y1="12317" x2="60593" y2="11900"/>
                            <a14:backgroundMark x1="60444" y1="13779" x2="66519" y2="13987"/>
                            <a14:backgroundMark x1="73185" y1="17328" x2="80519" y2="17328"/>
                            <a14:backgroundMark x1="80148" y1="18163" x2="73556" y2="18163"/>
                            <a14:backgroundMark x1="75407" y1="16284" x2="80148" y2="15866"/>
                            <a14:backgroundMark x1="88593" y1="31315" x2="93037" y2="30480"/>
                            <a14:backgroundMark x1="92593" y1="32777" x2="89556" y2="32985"/>
                            <a14:backgroundMark x1="90074" y1="32568" x2="92000" y2="31106"/>
                            <a14:backgroundMark x1="92222" y1="32985" x2="88815" y2="33820"/>
                            <a14:backgroundMark x1="31852" y1="19207" x2="31481" y2="20877"/>
                            <a14:backgroundMark x1="31111" y1="18789" x2="32444" y2="21712"/>
                            <a14:backgroundMark x1="31630" y1="17954" x2="31630" y2="20459"/>
                            <a14:backgroundMark x1="31333" y1="16493" x2="32519" y2="18163"/>
                            <a14:backgroundMark x1="32000" y1="18372" x2="33111" y2="18998"/>
                            <a14:backgroundMark x1="31852" y1="19415" x2="31852" y2="21503"/>
                            <a14:backgroundMark x1="8741" y1="7516" x2="8148" y2="9395"/>
                            <a14:backgroundMark x1="51111" y1="27975" x2="55259" y2="28601"/>
                            <a14:backgroundMark x1="78370" y1="27975" x2="89111" y2="39040"/>
                            <a14:backgroundMark x1="89111" y1="39040" x2="96815" y2="62630"/>
                            <a14:backgroundMark x1="96815" y1="62630" x2="88815" y2="40292"/>
                            <a14:backgroundMark x1="88815" y1="40292" x2="92148" y2="54280"/>
                            <a14:backgroundMark x1="92148" y1="54280" x2="88963" y2="38205"/>
                            <a14:backgroundMark x1="96667" y1="60543" x2="97630" y2="64927"/>
                            <a14:backgroundMark x1="98296" y1="64509" x2="98667" y2="63883"/>
                            <a14:backgroundMark x1="97259" y1="64092" x2="94000" y2="75574"/>
                            <a14:backgroundMark x1="78074" y1="27349" x2="75414" y2="24785"/>
                            <a14:backgroundMark x1="75111" y1="24426" x2="75111" y2="24426"/>
                            <a14:backgroundMark x1="75407" y1="24843" x2="75407" y2="24843"/>
                            <a14:backgroundMark x1="93259" y1="78497" x2="93259" y2="78497"/>
                            <a14:backgroundMark x1="93407" y1="77453" x2="93407" y2="77453"/>
                            <a14:backgroundMark x1="94262" y1="75574" x2="94889" y2="73904"/>
                            <a14:backgroundMark x1="93870" y1="76618" x2="94262" y2="75574"/>
                            <a14:backgroundMark x1="93556" y1="77453" x2="93870" y2="76618"/>
                            <a14:backgroundMark x1="93778" y1="75992" x2="93778" y2="75992"/>
                            <a14:backgroundMark x1="93630" y1="75992" x2="93630" y2="75992"/>
                            <a14:backgroundMark x1="93333" y1="76618" x2="93333" y2="76618"/>
                            <a14:backgroundMark x1="93185" y1="78497" x2="93185" y2="78497"/>
                            <a14:backgroundMark x1="51630" y1="89353" x2="57185" y2="89144"/>
                            <a14:backgroundMark x1="57185" y1="89144" x2="52296" y2="89562"/>
                            <a14:backgroundMark x1="51926" y1="88309" x2="57852" y2="89144"/>
                            <a14:backgroundMark x1="57852" y1="89144" x2="57407" y2="89770"/>
                            <a14:backgroundMark x1="57630" y1="89770" x2="51926" y2="87474"/>
                            <a14:backgroundMark x1="51926" y1="87474" x2="56667" y2="88309"/>
                            <a14:backgroundMark x1="52741" y1="88309" x2="55852" y2="88935"/>
                            <a14:backgroundMark x1="66074" y1="88518" x2="72519" y2="89979"/>
                            <a14:backgroundMark x1="72519" y1="89979" x2="66519" y2="90188"/>
                            <a14:backgroundMark x1="66519" y1="90188" x2="73185" y2="88727"/>
                            <a14:backgroundMark x1="72815" y1="89562" x2="73185" y2="89562"/>
                            <a14:backgroundMark x1="73111" y1="90397" x2="67407" y2="90605"/>
                            <a14:backgroundMark x1="67407" y1="90605" x2="65556" y2="88309"/>
                            <a14:backgroundMark x1="65333" y1="87891" x2="70593" y2="92484"/>
                            <a14:backgroundMark x1="70593" y1="92484" x2="70963" y2="91649"/>
                            <a14:backgroundMark x1="73333" y1="89353" x2="72963" y2="91649"/>
                            <a14:backgroundMark x1="68370" y1="88309" x2="64222" y2="89979"/>
                            <a14:backgroundMark x1="81852" y1="89562" x2="87926" y2="89562"/>
                            <a14:backgroundMark x1="87778" y1="88309" x2="87778" y2="89979"/>
                            <a14:backgroundMark x1="90741" y1="89979" x2="96370" y2="89770"/>
                            <a14:backgroundMark x1="96370" y1="89770" x2="96370" y2="89770"/>
                            <a14:backgroundMark x1="93111" y1="89770" x2="91333" y2="89144"/>
                            <a14:backgroundMark x1="51407" y1="90188" x2="52222" y2="87265"/>
                            <a14:backgroundMark x1="51407" y1="88309" x2="51926" y2="89353"/>
                            <a14:backgroundMark x1="51333" y1="89353" x2="51630" y2="89979"/>
                            <a14:backgroundMark x1="51926" y1="90397" x2="57481" y2="89770"/>
                            <a14:backgroundMark x1="57481" y1="89770" x2="57556" y2="89770"/>
                            <a14:backgroundMark x1="33037" y1="88935" x2="38741" y2="91232"/>
                            <a14:backgroundMark x1="38741" y1="91232" x2="40370" y2="90605"/>
                            <a14:backgroundMark x1="40222" y1="89770" x2="34593" y2="89770"/>
                            <a14:backgroundMark x1="33407" y1="90397" x2="38889" y2="88727"/>
                            <a14:backgroundMark x1="38815" y1="88309" x2="38593" y2="87891"/>
                            <a14:backgroundMark x1="39259" y1="88309" x2="33481" y2="88935"/>
                            <a14:backgroundMark x1="33481" y1="88935" x2="39037" y2="90188"/>
                            <a14:backgroundMark x1="39037" y1="90188" x2="40444" y2="89562"/>
                            <a14:backgroundMark x1="73037" y1="88518" x2="73333" y2="90814"/>
                            <a14:backgroundMark x1="57852" y1="88100" x2="58148" y2="90397"/>
                            <a14:backgroundMark x1="40444" y1="87683" x2="38889" y2="88309"/>
                            <a14:backgroundMark x1="81407" y1="89353" x2="83630" y2="89979"/>
                            <a14:backgroundMark x1="81556" y1="89979" x2="83185" y2="91858"/>
                            <a14:backgroundMark x1="94519" y1="88309" x2="92222" y2="88518"/>
                            <a14:backgroundMark x1="71556" y1="87891" x2="71556" y2="87891"/>
                          </a14:backgroundRemoval>
                        </a14:imgEffect>
                      </a14:imgLayer>
                    </a14:imgProps>
                  </a:ext>
                </a:extLst>
              </a:blip>
              <a:srcRect r="3646" b="8445"/>
              <a:stretch/>
            </p:blipFill>
            <p:spPr>
              <a:xfrm>
                <a:off x="1741170" y="1768969"/>
                <a:ext cx="8392106" cy="2829317"/>
              </a:xfrm>
              <a:prstGeom prst="rect">
                <a:avLst/>
              </a:prstGeom>
            </p:spPr>
          </p:pic>
          <p:pic>
            <p:nvPicPr>
              <p:cNvPr id="140" name="Picture 139">
                <a:extLst>
                  <a:ext uri="{FF2B5EF4-FFF2-40B4-BE49-F238E27FC236}">
                    <a16:creationId xmlns:a16="http://schemas.microsoft.com/office/drawing/2014/main" id="{0A0A0EF8-54FD-443B-8BEA-79772B734E4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duotone>
                  <a:prstClr val="black"/>
                  <a:srgbClr val="FF000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4802" b="92276" l="74" r="98000">
                            <a14:foregroundMark x1="12963" y1="17537" x2="5537" y2="12305"/>
                            <a14:foregroundMark x1="4830" y1="12548" x2="593" y2="33194"/>
                            <a14:foregroundMark x1="593" y1="33194" x2="3556" y2="70146"/>
                            <a14:foregroundMark x1="3556" y1="70146" x2="7111" y2="87265"/>
                            <a14:foregroundMark x1="7111" y1="87265" x2="13407" y2="99374"/>
                            <a14:foregroundMark x1="13407" y1="99374" x2="40000" y2="99791"/>
                            <a14:foregroundMark x1="40000" y1="99791" x2="98889" y2="44676"/>
                            <a14:foregroundMark x1="98889" y1="44676" x2="96370" y2="25887"/>
                            <a14:foregroundMark x1="96370" y1="25887" x2="91926" y2="10647"/>
                            <a14:foregroundMark x1="91926" y1="10647" x2="68815" y2="7724"/>
                            <a14:foregroundMark x1="30810" y1="22562" x2="29778" y2="22965"/>
                            <a14:foregroundMark x1="59521" y1="11353" x2="40108" y2="18932"/>
                            <a14:foregroundMark x1="68815" y1="7724" x2="65014" y2="9208"/>
                            <a14:foregroundMark x1="29778" y1="22965" x2="12741" y2="17745"/>
                            <a14:foregroundMark x1="12741" y1="17745" x2="13704" y2="43633"/>
                            <a14:foregroundMark x1="13704" y1="43633" x2="18148" y2="63883"/>
                            <a14:foregroundMark x1="18148" y1="63883" x2="25852" y2="64301"/>
                            <a14:foregroundMark x1="25852" y1="64301" x2="67333" y2="41336"/>
                            <a14:foregroundMark x1="67333" y1="41336" x2="67556" y2="40919"/>
                            <a14:foregroundMark x1="30980" y1="22933" x2="14444" y2="17954"/>
                            <a14:foregroundMark x1="50035" y1="28670" x2="31865" y2="23199"/>
                            <a14:foregroundMark x1="72000" y1="35282" x2="57564" y2="30936"/>
                            <a14:foregroundMark x1="14444" y1="17954" x2="1852" y2="34864"/>
                            <a14:foregroundMark x1="1852" y1="34864" x2="2519" y2="65136"/>
                            <a14:foregroundMark x1="2519" y1="65136" x2="9926" y2="84134"/>
                            <a14:foregroundMark x1="9926" y1="84134" x2="27778" y2="86221"/>
                            <a14:foregroundMark x1="27778" y1="86221" x2="49926" y2="63674"/>
                            <a14:foregroundMark x1="49926" y1="63674" x2="64074" y2="35491"/>
                            <a14:foregroundMark x1="58501" y1="16027" x2="57259" y2="11691"/>
                            <a14:foregroundMark x1="64074" y1="35491" x2="58651" y2="16552"/>
                            <a14:foregroundMark x1="57259" y1="11691" x2="30815" y2="10647"/>
                            <a14:foregroundMark x1="30815" y1="10647" x2="8963" y2="38622"/>
                            <a14:foregroundMark x1="8963" y1="38622" x2="13556" y2="85804"/>
                            <a14:foregroundMark x1="13556" y1="85804" x2="18444" y2="97286"/>
                            <a14:foregroundMark x1="18444" y1="97286" x2="75481" y2="90397"/>
                            <a14:foregroundMark x1="75481" y1="90397" x2="84889" y2="65136"/>
                            <a14:foregroundMark x1="84889" y1="65136" x2="61704" y2="41545"/>
                            <a14:foregroundMark x1="61704" y1="41545" x2="29407" y2="45511"/>
                            <a14:foregroundMark x1="29407" y1="45511" x2="17556" y2="80793"/>
                            <a14:foregroundMark x1="17556" y1="80793" x2="20148" y2="98747"/>
                            <a14:foregroundMark x1="20148" y1="98747" x2="75778" y2="88518"/>
                            <a14:foregroundMark x1="75778" y1="88518" x2="98593" y2="61795"/>
                            <a14:foregroundMark x1="98593" y1="61795" x2="93259" y2="49061"/>
                            <a14:foregroundMark x1="93259" y1="49061" x2="77111" y2="62213"/>
                            <a14:foregroundMark x1="77111" y1="62213" x2="71630" y2="80793"/>
                            <a14:foregroundMark x1="71630" y1="80793" x2="75185" y2="96033"/>
                            <a14:foregroundMark x1="75185" y1="96033" x2="86889" y2="29854"/>
                            <a14:foregroundMark x1="86889" y1="29854" x2="84148" y2="74530"/>
                            <a14:foregroundMark x1="84148" y1="74530" x2="88148" y2="95407"/>
                            <a14:foregroundMark x1="88148" y1="95407" x2="94222" y2="91441"/>
                            <a14:foregroundMark x1="94222" y1="91441" x2="94667" y2="89144"/>
                            <a14:foregroundMark x1="97926" y1="13570" x2="99704" y2="64092"/>
                            <a14:foregroundMark x1="99704" y1="64092" x2="95259" y2="17537"/>
                            <a14:foregroundMark x1="95259" y1="17537" x2="95259" y2="15658"/>
                            <a14:foregroundMark x1="97630" y1="9395" x2="99185" y2="77871"/>
                            <a14:foregroundMark x1="99185" y1="77871" x2="97704" y2="94154"/>
                            <a14:foregroundMark x1="97704" y1="94154" x2="90296" y2="92276"/>
                            <a14:foregroundMark x1="90296" y1="92276" x2="90074" y2="78288"/>
                            <a14:foregroundMark x1="96963" y1="73695" x2="92296" y2="87891"/>
                            <a14:foregroundMark x1="92296" y1="87891" x2="96815" y2="78914"/>
                            <a14:foregroundMark x1="96815" y1="78914" x2="95556" y2="63674"/>
                            <a14:foregroundMark x1="95556" y1="63674" x2="95481" y2="63674"/>
                            <a14:foregroundMark x1="97556" y1="61169" x2="97852" y2="83299"/>
                            <a14:foregroundMark x1="97852" y1="83299" x2="96963" y2="56159"/>
                            <a14:foregroundMark x1="97333" y1="55532" x2="98148" y2="81837"/>
                            <a14:foregroundMark x1="27259" y1="11900" x2="9845" y2="7334"/>
                            <a14:foregroundMark x1="2243" y1="12030" x2="3185" y2="36743"/>
                            <a14:foregroundMark x1="3185" y1="36743" x2="1259" y2="47182"/>
                            <a14:foregroundMark x1="5481" y1="15449" x2="2519" y2="12944"/>
                            <a14:foregroundMark x1="3333" y1="19833" x2="74" y2="14614"/>
                            <a14:foregroundMark x1="58370" y1="55324" x2="61407" y2="53653"/>
                            <a14:backgroundMark x1="963" y1="6681" x2="9259" y2="7724"/>
                            <a14:backgroundMark x1="8519" y1="8351" x2="2296" y2="6681"/>
                            <a14:backgroundMark x1="2296" y1="6681" x2="7111" y2="6889"/>
                            <a14:backgroundMark x1="9037" y1="7933" x2="2963" y2="10021"/>
                            <a14:backgroundMark x1="2963" y1="10021" x2="8444" y2="5010"/>
                            <a14:backgroundMark x1="7407" y1="5846" x2="10222" y2="5637"/>
                            <a14:backgroundMark x1="9111" y1="7307" x2="8074" y2="9186"/>
                            <a14:backgroundMark x1="3630" y1="6681" x2="74" y2="8142"/>
                            <a14:backgroundMark x1="1111" y1="9186" x2="3333" y2="8977"/>
                            <a14:backgroundMark x1="31556" y1="19415" x2="37259" y2="19624"/>
                            <a14:backgroundMark x1="37259" y1="19624" x2="39333" y2="18998"/>
                            <a14:backgroundMark x1="39852" y1="19624" x2="36815" y2="20668"/>
                            <a14:backgroundMark x1="39926" y1="18163" x2="32222" y2="19624"/>
                            <a14:backgroundMark x1="50667" y1="28392" x2="55630" y2="28392"/>
                            <a14:backgroundMark x1="56963" y1="28392" x2="51556" y2="29436"/>
                            <a14:backgroundMark x1="51481" y1="29436" x2="50741" y2="28601"/>
                            <a14:backgroundMark x1="50889" y1="28184" x2="49926" y2="28184"/>
                            <a14:backgroundMark x1="50741" y1="29228" x2="50963" y2="29436"/>
                            <a14:backgroundMark x1="59037" y1="13570" x2="67111" y2="12317"/>
                            <a14:backgroundMark x1="67333" y1="12317" x2="60593" y2="11900"/>
                            <a14:backgroundMark x1="60444" y1="13779" x2="66519" y2="13987"/>
                            <a14:backgroundMark x1="73185" y1="17328" x2="80519" y2="17328"/>
                            <a14:backgroundMark x1="80148" y1="18163" x2="73556" y2="18163"/>
                            <a14:backgroundMark x1="75407" y1="16284" x2="80148" y2="15866"/>
                            <a14:backgroundMark x1="88593" y1="31315" x2="93037" y2="30480"/>
                            <a14:backgroundMark x1="92593" y1="32777" x2="89556" y2="32985"/>
                            <a14:backgroundMark x1="90074" y1="32568" x2="92000" y2="31106"/>
                            <a14:backgroundMark x1="92222" y1="32985" x2="88815" y2="33820"/>
                            <a14:backgroundMark x1="31852" y1="19207" x2="31481" y2="20877"/>
                            <a14:backgroundMark x1="31111" y1="18789" x2="32444" y2="21712"/>
                            <a14:backgroundMark x1="31630" y1="17954" x2="31630" y2="20459"/>
                            <a14:backgroundMark x1="31333" y1="16493" x2="32519" y2="18163"/>
                            <a14:backgroundMark x1="32000" y1="18372" x2="33111" y2="18998"/>
                            <a14:backgroundMark x1="31852" y1="19415" x2="31852" y2="21503"/>
                            <a14:backgroundMark x1="8741" y1="7516" x2="8148" y2="9395"/>
                            <a14:backgroundMark x1="51111" y1="27975" x2="55259" y2="28601"/>
                          </a14:backgroundRemoval>
                        </a14:imgEffect>
                      </a14:imgLayer>
                    </a14:imgProps>
                  </a:ext>
                </a:extLst>
              </a:blip>
              <a:srcRect l="2382" t="18640" r="72574" b="10674"/>
              <a:stretch/>
            </p:blipFill>
            <p:spPr>
              <a:xfrm>
                <a:off x="1814515" y="2210021"/>
                <a:ext cx="2181226" cy="2184402"/>
              </a:xfrm>
              <a:prstGeom prst="rect">
                <a:avLst/>
              </a:prstGeom>
            </p:spPr>
          </p:pic>
          <p:pic>
            <p:nvPicPr>
              <p:cNvPr id="141" name="Picture 140">
                <a:extLst>
                  <a:ext uri="{FF2B5EF4-FFF2-40B4-BE49-F238E27FC236}">
                    <a16:creationId xmlns:a16="http://schemas.microsoft.com/office/drawing/2014/main" id="{6B0FD03E-8855-4714-95C8-585D0B3AE5C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duotone>
                  <a:prstClr val="black"/>
                  <a:srgbClr val="00FF0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4802" b="92276" l="74" r="98000">
                            <a14:foregroundMark x1="12963" y1="17537" x2="5537" y2="12305"/>
                            <a14:foregroundMark x1="4830" y1="12548" x2="593" y2="33194"/>
                            <a14:foregroundMark x1="593" y1="33194" x2="3556" y2="70146"/>
                            <a14:foregroundMark x1="3556" y1="70146" x2="7111" y2="87265"/>
                            <a14:foregroundMark x1="7111" y1="87265" x2="13407" y2="99374"/>
                            <a14:foregroundMark x1="13407" y1="99374" x2="40000" y2="99791"/>
                            <a14:foregroundMark x1="40000" y1="99791" x2="98889" y2="44676"/>
                            <a14:foregroundMark x1="98889" y1="44676" x2="96370" y2="25887"/>
                            <a14:foregroundMark x1="96370" y1="25887" x2="91926" y2="10647"/>
                            <a14:foregroundMark x1="91926" y1="10647" x2="68815" y2="7724"/>
                            <a14:foregroundMark x1="30810" y1="22562" x2="29778" y2="22965"/>
                            <a14:foregroundMark x1="59521" y1="11353" x2="40108" y2="18932"/>
                            <a14:foregroundMark x1="68815" y1="7724" x2="65014" y2="9208"/>
                            <a14:foregroundMark x1="29778" y1="22965" x2="12741" y2="17745"/>
                            <a14:foregroundMark x1="12741" y1="17745" x2="13704" y2="43633"/>
                            <a14:foregroundMark x1="13704" y1="43633" x2="18148" y2="63883"/>
                            <a14:foregroundMark x1="18148" y1="63883" x2="25852" y2="64301"/>
                            <a14:foregroundMark x1="25852" y1="64301" x2="67333" y2="41336"/>
                            <a14:foregroundMark x1="67333" y1="41336" x2="67556" y2="40919"/>
                            <a14:foregroundMark x1="30980" y1="22933" x2="14444" y2="17954"/>
                            <a14:foregroundMark x1="50035" y1="28670" x2="31865" y2="23199"/>
                            <a14:foregroundMark x1="72000" y1="35282" x2="57564" y2="30936"/>
                            <a14:foregroundMark x1="14444" y1="17954" x2="1852" y2="34864"/>
                            <a14:foregroundMark x1="1852" y1="34864" x2="2519" y2="65136"/>
                            <a14:foregroundMark x1="2519" y1="65136" x2="9926" y2="84134"/>
                            <a14:foregroundMark x1="9926" y1="84134" x2="27778" y2="86221"/>
                            <a14:foregroundMark x1="27778" y1="86221" x2="49926" y2="63674"/>
                            <a14:foregroundMark x1="49926" y1="63674" x2="64074" y2="35491"/>
                            <a14:foregroundMark x1="58501" y1="16027" x2="57259" y2="11691"/>
                            <a14:foregroundMark x1="64074" y1="35491" x2="58651" y2="16552"/>
                            <a14:foregroundMark x1="57259" y1="11691" x2="30815" y2="10647"/>
                            <a14:foregroundMark x1="30815" y1="10647" x2="8963" y2="38622"/>
                            <a14:foregroundMark x1="8963" y1="38622" x2="13556" y2="85804"/>
                            <a14:foregroundMark x1="13556" y1="85804" x2="18444" y2="97286"/>
                            <a14:foregroundMark x1="18444" y1="97286" x2="75481" y2="90397"/>
                            <a14:foregroundMark x1="75481" y1="90397" x2="84889" y2="65136"/>
                            <a14:foregroundMark x1="84889" y1="65136" x2="61704" y2="41545"/>
                            <a14:foregroundMark x1="61704" y1="41545" x2="29407" y2="45511"/>
                            <a14:foregroundMark x1="29407" y1="45511" x2="17556" y2="80793"/>
                            <a14:foregroundMark x1="17556" y1="80793" x2="20148" y2="98747"/>
                            <a14:foregroundMark x1="20148" y1="98747" x2="75778" y2="88518"/>
                            <a14:foregroundMark x1="75778" y1="88518" x2="98593" y2="61795"/>
                            <a14:foregroundMark x1="98593" y1="61795" x2="93259" y2="49061"/>
                            <a14:foregroundMark x1="93259" y1="49061" x2="77111" y2="62213"/>
                            <a14:foregroundMark x1="77111" y1="62213" x2="71630" y2="80793"/>
                            <a14:foregroundMark x1="71630" y1="80793" x2="75185" y2="96033"/>
                            <a14:foregroundMark x1="75185" y1="96033" x2="86889" y2="29854"/>
                            <a14:foregroundMark x1="86889" y1="29854" x2="84148" y2="74530"/>
                            <a14:foregroundMark x1="84148" y1="74530" x2="88148" y2="95407"/>
                            <a14:foregroundMark x1="88148" y1="95407" x2="94222" y2="91441"/>
                            <a14:foregroundMark x1="94222" y1="91441" x2="94667" y2="89144"/>
                            <a14:foregroundMark x1="97926" y1="13570" x2="99704" y2="64092"/>
                            <a14:foregroundMark x1="99704" y1="64092" x2="95259" y2="17537"/>
                            <a14:foregroundMark x1="95259" y1="17537" x2="95259" y2="15658"/>
                            <a14:foregroundMark x1="97630" y1="9395" x2="99185" y2="77871"/>
                            <a14:foregroundMark x1="99185" y1="77871" x2="97704" y2="94154"/>
                            <a14:foregroundMark x1="97704" y1="94154" x2="90296" y2="92276"/>
                            <a14:foregroundMark x1="90296" y1="92276" x2="90074" y2="78288"/>
                            <a14:foregroundMark x1="96963" y1="73695" x2="92296" y2="87891"/>
                            <a14:foregroundMark x1="92296" y1="87891" x2="96815" y2="78914"/>
                            <a14:foregroundMark x1="96815" y1="78914" x2="95556" y2="63674"/>
                            <a14:foregroundMark x1="95556" y1="63674" x2="95481" y2="63674"/>
                            <a14:foregroundMark x1="97556" y1="61169" x2="97852" y2="83299"/>
                            <a14:foregroundMark x1="97852" y1="83299" x2="96963" y2="56159"/>
                            <a14:foregroundMark x1="97333" y1="55532" x2="98148" y2="81837"/>
                            <a14:foregroundMark x1="27259" y1="11900" x2="9845" y2="7334"/>
                            <a14:foregroundMark x1="2243" y1="12030" x2="3185" y2="36743"/>
                            <a14:foregroundMark x1="3185" y1="36743" x2="1259" y2="47182"/>
                            <a14:foregroundMark x1="5481" y1="15449" x2="2519" y2="12944"/>
                            <a14:foregroundMark x1="3333" y1="19833" x2="74" y2="14614"/>
                            <a14:foregroundMark x1="58370" y1="55324" x2="61407" y2="53653"/>
                            <a14:backgroundMark x1="963" y1="6681" x2="9259" y2="7724"/>
                            <a14:backgroundMark x1="8519" y1="8351" x2="2296" y2="6681"/>
                            <a14:backgroundMark x1="2296" y1="6681" x2="7111" y2="6889"/>
                            <a14:backgroundMark x1="9037" y1="7933" x2="2963" y2="10021"/>
                            <a14:backgroundMark x1="2963" y1="10021" x2="8444" y2="5010"/>
                            <a14:backgroundMark x1="7407" y1="5846" x2="10222" y2="5637"/>
                            <a14:backgroundMark x1="9111" y1="7307" x2="8074" y2="9186"/>
                            <a14:backgroundMark x1="3630" y1="6681" x2="74" y2="8142"/>
                            <a14:backgroundMark x1="1111" y1="9186" x2="3333" y2="8977"/>
                            <a14:backgroundMark x1="31556" y1="19415" x2="37259" y2="19624"/>
                            <a14:backgroundMark x1="37259" y1="19624" x2="39333" y2="18998"/>
                            <a14:backgroundMark x1="39852" y1="19624" x2="36815" y2="20668"/>
                            <a14:backgroundMark x1="39926" y1="18163" x2="32222" y2="19624"/>
                            <a14:backgroundMark x1="50667" y1="28392" x2="55630" y2="28392"/>
                            <a14:backgroundMark x1="56963" y1="28392" x2="51556" y2="29436"/>
                            <a14:backgroundMark x1="51481" y1="29436" x2="50741" y2="28601"/>
                            <a14:backgroundMark x1="50889" y1="28184" x2="49926" y2="28184"/>
                            <a14:backgroundMark x1="50741" y1="29228" x2="50963" y2="29436"/>
                            <a14:backgroundMark x1="59037" y1="13570" x2="67111" y2="12317"/>
                            <a14:backgroundMark x1="67333" y1="12317" x2="60593" y2="11900"/>
                            <a14:backgroundMark x1="60444" y1="13779" x2="66519" y2="13987"/>
                            <a14:backgroundMark x1="73185" y1="17328" x2="80519" y2="17328"/>
                            <a14:backgroundMark x1="80148" y1="18163" x2="73556" y2="18163"/>
                            <a14:backgroundMark x1="75407" y1="16284" x2="80148" y2="15866"/>
                            <a14:backgroundMark x1="88593" y1="31315" x2="93037" y2="30480"/>
                            <a14:backgroundMark x1="92593" y1="32777" x2="89556" y2="32985"/>
                            <a14:backgroundMark x1="90074" y1="32568" x2="92000" y2="31106"/>
                            <a14:backgroundMark x1="92222" y1="32985" x2="88815" y2="33820"/>
                            <a14:backgroundMark x1="31852" y1="19207" x2="31481" y2="20877"/>
                            <a14:backgroundMark x1="31111" y1="18789" x2="32444" y2="21712"/>
                            <a14:backgroundMark x1="31630" y1="17954" x2="31630" y2="20459"/>
                            <a14:backgroundMark x1="31333" y1="16493" x2="32519" y2="18163"/>
                            <a14:backgroundMark x1="32000" y1="18372" x2="33111" y2="18998"/>
                            <a14:backgroundMark x1="31852" y1="19415" x2="31852" y2="21503"/>
                            <a14:backgroundMark x1="8741" y1="7516" x2="8148" y2="9395"/>
                            <a14:backgroundMark x1="51111" y1="27975" x2="55259" y2="28601"/>
                          </a14:backgroundRemoval>
                        </a14:imgEffect>
                      </a14:imgLayer>
                    </a14:imgProps>
                  </a:ext>
                </a:extLst>
              </a:blip>
              <a:srcRect l="2382" t="18640" r="72574" b="10674"/>
              <a:stretch/>
            </p:blipFill>
            <p:spPr>
              <a:xfrm>
                <a:off x="1880717" y="2279078"/>
                <a:ext cx="2181226" cy="2184402"/>
              </a:xfrm>
              <a:prstGeom prst="rect">
                <a:avLst/>
              </a:prstGeom>
            </p:spPr>
          </p:pic>
          <p:pic>
            <p:nvPicPr>
              <p:cNvPr id="142" name="Picture 141">
                <a:extLst>
                  <a:ext uri="{FF2B5EF4-FFF2-40B4-BE49-F238E27FC236}">
                    <a16:creationId xmlns:a16="http://schemas.microsoft.com/office/drawing/2014/main" id="{3608AE2D-5DE0-4773-93E7-6F1078FEF8E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duotone>
                  <a:prstClr val="black"/>
                  <a:srgbClr val="0000FF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4802" b="92276" l="74" r="98000">
                            <a14:foregroundMark x1="12963" y1="17537" x2="5537" y2="12305"/>
                            <a14:foregroundMark x1="4830" y1="12548" x2="593" y2="33194"/>
                            <a14:foregroundMark x1="593" y1="33194" x2="3556" y2="70146"/>
                            <a14:foregroundMark x1="3556" y1="70146" x2="7111" y2="87265"/>
                            <a14:foregroundMark x1="7111" y1="87265" x2="13407" y2="99374"/>
                            <a14:foregroundMark x1="13407" y1="99374" x2="40000" y2="99791"/>
                            <a14:foregroundMark x1="40000" y1="99791" x2="98889" y2="44676"/>
                            <a14:foregroundMark x1="98889" y1="44676" x2="96370" y2="25887"/>
                            <a14:foregroundMark x1="96370" y1="25887" x2="91926" y2="10647"/>
                            <a14:foregroundMark x1="91926" y1="10647" x2="68815" y2="7724"/>
                            <a14:foregroundMark x1="30810" y1="22562" x2="29778" y2="22965"/>
                            <a14:foregroundMark x1="59521" y1="11353" x2="40108" y2="18932"/>
                            <a14:foregroundMark x1="68815" y1="7724" x2="65014" y2="9208"/>
                            <a14:foregroundMark x1="29778" y1="22965" x2="12741" y2="17745"/>
                            <a14:foregroundMark x1="12741" y1="17745" x2="13704" y2="43633"/>
                            <a14:foregroundMark x1="13704" y1="43633" x2="18148" y2="63883"/>
                            <a14:foregroundMark x1="18148" y1="63883" x2="25852" y2="64301"/>
                            <a14:foregroundMark x1="25852" y1="64301" x2="67333" y2="41336"/>
                            <a14:foregroundMark x1="67333" y1="41336" x2="67556" y2="40919"/>
                            <a14:foregroundMark x1="30980" y1="22933" x2="14444" y2="17954"/>
                            <a14:foregroundMark x1="50035" y1="28670" x2="31865" y2="23199"/>
                            <a14:foregroundMark x1="72000" y1="35282" x2="57564" y2="30936"/>
                            <a14:foregroundMark x1="14444" y1="17954" x2="1852" y2="34864"/>
                            <a14:foregroundMark x1="1852" y1="34864" x2="2519" y2="65136"/>
                            <a14:foregroundMark x1="2519" y1="65136" x2="9926" y2="84134"/>
                            <a14:foregroundMark x1="9926" y1="84134" x2="27778" y2="86221"/>
                            <a14:foregroundMark x1="27778" y1="86221" x2="49926" y2="63674"/>
                            <a14:foregroundMark x1="49926" y1="63674" x2="64074" y2="35491"/>
                            <a14:foregroundMark x1="58501" y1="16027" x2="57259" y2="11691"/>
                            <a14:foregroundMark x1="64074" y1="35491" x2="58651" y2="16552"/>
                            <a14:foregroundMark x1="57259" y1="11691" x2="30815" y2="10647"/>
                            <a14:foregroundMark x1="30815" y1="10647" x2="8963" y2="38622"/>
                            <a14:foregroundMark x1="8963" y1="38622" x2="13556" y2="85804"/>
                            <a14:foregroundMark x1="13556" y1="85804" x2="18444" y2="97286"/>
                            <a14:foregroundMark x1="18444" y1="97286" x2="75481" y2="90397"/>
                            <a14:foregroundMark x1="75481" y1="90397" x2="84889" y2="65136"/>
                            <a14:foregroundMark x1="84889" y1="65136" x2="61704" y2="41545"/>
                            <a14:foregroundMark x1="61704" y1="41545" x2="29407" y2="45511"/>
                            <a14:foregroundMark x1="29407" y1="45511" x2="17556" y2="80793"/>
                            <a14:foregroundMark x1="17556" y1="80793" x2="20148" y2="98747"/>
                            <a14:foregroundMark x1="20148" y1="98747" x2="75778" y2="88518"/>
                            <a14:foregroundMark x1="75778" y1="88518" x2="98593" y2="61795"/>
                            <a14:foregroundMark x1="98593" y1="61795" x2="93259" y2="49061"/>
                            <a14:foregroundMark x1="93259" y1="49061" x2="77111" y2="62213"/>
                            <a14:foregroundMark x1="77111" y1="62213" x2="71630" y2="80793"/>
                            <a14:foregroundMark x1="71630" y1="80793" x2="75185" y2="96033"/>
                            <a14:foregroundMark x1="75185" y1="96033" x2="86889" y2="29854"/>
                            <a14:foregroundMark x1="86889" y1="29854" x2="84148" y2="74530"/>
                            <a14:foregroundMark x1="84148" y1="74530" x2="88148" y2="95407"/>
                            <a14:foregroundMark x1="88148" y1="95407" x2="94222" y2="91441"/>
                            <a14:foregroundMark x1="94222" y1="91441" x2="94667" y2="89144"/>
                            <a14:foregroundMark x1="97926" y1="13570" x2="99704" y2="64092"/>
                            <a14:foregroundMark x1="99704" y1="64092" x2="95259" y2="17537"/>
                            <a14:foregroundMark x1="95259" y1="17537" x2="95259" y2="15658"/>
                            <a14:foregroundMark x1="97630" y1="9395" x2="99185" y2="77871"/>
                            <a14:foregroundMark x1="99185" y1="77871" x2="97704" y2="94154"/>
                            <a14:foregroundMark x1="97704" y1="94154" x2="90296" y2="92276"/>
                            <a14:foregroundMark x1="90296" y1="92276" x2="90074" y2="78288"/>
                            <a14:foregroundMark x1="96963" y1="73695" x2="92296" y2="87891"/>
                            <a14:foregroundMark x1="92296" y1="87891" x2="96815" y2="78914"/>
                            <a14:foregroundMark x1="96815" y1="78914" x2="95556" y2="63674"/>
                            <a14:foregroundMark x1="95556" y1="63674" x2="95481" y2="63674"/>
                            <a14:foregroundMark x1="97556" y1="61169" x2="97852" y2="83299"/>
                            <a14:foregroundMark x1="97852" y1="83299" x2="96963" y2="56159"/>
                            <a14:foregroundMark x1="97333" y1="55532" x2="98148" y2="81837"/>
                            <a14:foregroundMark x1="27259" y1="11900" x2="9845" y2="7334"/>
                            <a14:foregroundMark x1="2243" y1="12030" x2="3185" y2="36743"/>
                            <a14:foregroundMark x1="3185" y1="36743" x2="1259" y2="47182"/>
                            <a14:foregroundMark x1="5481" y1="15449" x2="2519" y2="12944"/>
                            <a14:foregroundMark x1="3333" y1="19833" x2="74" y2="14614"/>
                            <a14:foregroundMark x1="58370" y1="55324" x2="61407" y2="53653"/>
                            <a14:backgroundMark x1="963" y1="6681" x2="9259" y2="7724"/>
                            <a14:backgroundMark x1="8519" y1="8351" x2="2296" y2="6681"/>
                            <a14:backgroundMark x1="2296" y1="6681" x2="7111" y2="6889"/>
                            <a14:backgroundMark x1="9037" y1="7933" x2="2963" y2="10021"/>
                            <a14:backgroundMark x1="2963" y1="10021" x2="8444" y2="5010"/>
                            <a14:backgroundMark x1="7407" y1="5846" x2="10222" y2="5637"/>
                            <a14:backgroundMark x1="9111" y1="7307" x2="8074" y2="9186"/>
                            <a14:backgroundMark x1="3630" y1="6681" x2="74" y2="8142"/>
                            <a14:backgroundMark x1="1111" y1="9186" x2="3333" y2="8977"/>
                            <a14:backgroundMark x1="31556" y1="19415" x2="37259" y2="19624"/>
                            <a14:backgroundMark x1="37259" y1="19624" x2="39333" y2="18998"/>
                            <a14:backgroundMark x1="39852" y1="19624" x2="36815" y2="20668"/>
                            <a14:backgroundMark x1="39926" y1="18163" x2="32222" y2="19624"/>
                            <a14:backgroundMark x1="50667" y1="28392" x2="55630" y2="28392"/>
                            <a14:backgroundMark x1="56963" y1="28392" x2="51556" y2="29436"/>
                            <a14:backgroundMark x1="51481" y1="29436" x2="50741" y2="28601"/>
                            <a14:backgroundMark x1="50889" y1="28184" x2="49926" y2="28184"/>
                            <a14:backgroundMark x1="50741" y1="29228" x2="50963" y2="29436"/>
                            <a14:backgroundMark x1="59037" y1="13570" x2="67111" y2="12317"/>
                            <a14:backgroundMark x1="67333" y1="12317" x2="60593" y2="11900"/>
                            <a14:backgroundMark x1="60444" y1="13779" x2="66519" y2="13987"/>
                            <a14:backgroundMark x1="73185" y1="17328" x2="80519" y2="17328"/>
                            <a14:backgroundMark x1="80148" y1="18163" x2="73556" y2="18163"/>
                            <a14:backgroundMark x1="75407" y1="16284" x2="80148" y2="15866"/>
                            <a14:backgroundMark x1="88593" y1="31315" x2="93037" y2="30480"/>
                            <a14:backgroundMark x1="92593" y1="32777" x2="89556" y2="32985"/>
                            <a14:backgroundMark x1="90074" y1="32568" x2="92000" y2="31106"/>
                            <a14:backgroundMark x1="92222" y1="32985" x2="88815" y2="33820"/>
                            <a14:backgroundMark x1="31852" y1="19207" x2="31481" y2="20877"/>
                            <a14:backgroundMark x1="31111" y1="18789" x2="32444" y2="21712"/>
                            <a14:backgroundMark x1="31630" y1="17954" x2="31630" y2="20459"/>
                            <a14:backgroundMark x1="31333" y1="16493" x2="32519" y2="18163"/>
                            <a14:backgroundMark x1="32000" y1="18372" x2="33111" y2="18998"/>
                            <a14:backgroundMark x1="31852" y1="19415" x2="31852" y2="21503"/>
                            <a14:backgroundMark x1="8741" y1="7516" x2="8148" y2="9395"/>
                            <a14:backgroundMark x1="51111" y1="27975" x2="55259" y2="28601"/>
                          </a14:backgroundRemoval>
                        </a14:imgEffect>
                      </a14:imgLayer>
                    </a14:imgProps>
                  </a:ext>
                </a:extLst>
              </a:blip>
              <a:srcRect l="2382" t="18640" r="72574" b="10674"/>
              <a:stretch/>
            </p:blipFill>
            <p:spPr>
              <a:xfrm>
                <a:off x="1949300" y="2345754"/>
                <a:ext cx="2181226" cy="2184402"/>
              </a:xfrm>
              <a:prstGeom prst="rect">
                <a:avLst/>
              </a:prstGeom>
            </p:spPr>
          </p:pic>
        </p:grp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6BB390D5-439B-4AE1-B7D7-5D103184A6C9}"/>
                </a:ext>
              </a:extLst>
            </p:cNvPr>
            <p:cNvSpPr/>
            <p:nvPr/>
          </p:nvSpPr>
          <p:spPr>
            <a:xfrm>
              <a:off x="8214645" y="1085818"/>
              <a:ext cx="128204" cy="1857834"/>
            </a:xfrm>
            <a:prstGeom prst="rect">
              <a:avLst/>
            </a:prstGeom>
            <a:solidFill>
              <a:srgbClr val="E0E0E0"/>
            </a:solidFill>
            <a:ln>
              <a:solidFill>
                <a:srgbClr val="5555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4F0DB3DB-D3F3-470B-9A83-5FBDEF075F36}"/>
                </a:ext>
              </a:extLst>
            </p:cNvPr>
            <p:cNvCxnSpPr>
              <a:cxnSpLocks/>
            </p:cNvCxnSpPr>
            <p:nvPr/>
          </p:nvCxnSpPr>
          <p:spPr>
            <a:xfrm>
              <a:off x="8009704" y="2589498"/>
              <a:ext cx="198048" cy="354154"/>
            </a:xfrm>
            <a:prstGeom prst="line">
              <a:avLst/>
            </a:prstGeom>
            <a:ln>
              <a:solidFill>
                <a:srgbClr val="55555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3749280A-11A3-4BE4-98F4-FC557855F95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16637" y="886904"/>
              <a:ext cx="1891115" cy="198914"/>
            </a:xfrm>
            <a:prstGeom prst="line">
              <a:avLst/>
            </a:prstGeom>
            <a:ln>
              <a:solidFill>
                <a:srgbClr val="55555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92767B3B-5B18-4165-B53C-C01F47C0DAC3}"/>
                </a:ext>
              </a:extLst>
            </p:cNvPr>
            <p:cNvSpPr/>
            <p:nvPr/>
          </p:nvSpPr>
          <p:spPr>
            <a:xfrm>
              <a:off x="2578068" y="493181"/>
              <a:ext cx="5562297" cy="502357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C263597D-1558-4625-8DCD-7CA44AFBD915}"/>
                </a:ext>
              </a:extLst>
            </p:cNvPr>
            <p:cNvSpPr/>
            <p:nvPr/>
          </p:nvSpPr>
          <p:spPr>
            <a:xfrm>
              <a:off x="-25840" y="3060221"/>
              <a:ext cx="2514239" cy="1936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A9F776BE-564A-43CF-818A-2471F5276A86}"/>
                </a:ext>
              </a:extLst>
            </p:cNvPr>
            <p:cNvSpPr/>
            <p:nvPr/>
          </p:nvSpPr>
          <p:spPr>
            <a:xfrm rot="5400000">
              <a:off x="-1216840" y="4285837"/>
              <a:ext cx="2514239" cy="1936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2C5A7464-47B6-4D47-A82D-F2AA4BCABD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21313" y="2943652"/>
              <a:ext cx="1886439" cy="486824"/>
            </a:xfrm>
            <a:prstGeom prst="line">
              <a:avLst/>
            </a:prstGeom>
            <a:ln>
              <a:solidFill>
                <a:srgbClr val="55555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C1E33500-BD67-421A-894A-18059633E384}"/>
                </a:ext>
              </a:extLst>
            </p:cNvPr>
            <p:cNvSpPr/>
            <p:nvPr/>
          </p:nvSpPr>
          <p:spPr>
            <a:xfrm>
              <a:off x="8568942" y="1797776"/>
              <a:ext cx="1665753" cy="253562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8F153642-6AC8-4B4E-B5DB-02FA85BCF426}"/>
                </a:ext>
              </a:extLst>
            </p:cNvPr>
            <p:cNvSpPr/>
            <p:nvPr/>
          </p:nvSpPr>
          <p:spPr>
            <a:xfrm>
              <a:off x="8215336" y="2946536"/>
              <a:ext cx="128204" cy="1857834"/>
            </a:xfrm>
            <a:prstGeom prst="rect">
              <a:avLst/>
            </a:prstGeom>
            <a:solidFill>
              <a:srgbClr val="E0E0E0"/>
            </a:solidFill>
            <a:ln>
              <a:solidFill>
                <a:srgbClr val="5555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 dirty="0"/>
            </a:p>
          </p:txBody>
        </p:sp>
      </p:grpSp>
      <p:sp>
        <p:nvSpPr>
          <p:cNvPr id="143" name="TextBox 142">
            <a:extLst>
              <a:ext uri="{FF2B5EF4-FFF2-40B4-BE49-F238E27FC236}">
                <a16:creationId xmlns:a16="http://schemas.microsoft.com/office/drawing/2014/main" id="{64DA4071-C0E6-4ED0-ABF7-838336AEEA1F}"/>
              </a:ext>
            </a:extLst>
          </p:cNvPr>
          <p:cNvSpPr txBox="1"/>
          <p:nvPr/>
        </p:nvSpPr>
        <p:spPr>
          <a:xfrm>
            <a:off x="2737799" y="-42522"/>
            <a:ext cx="19046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 layers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58EBFCBD-954E-43B6-B5E6-A80628C1ACC5}"/>
              </a:ext>
            </a:extLst>
          </p:cNvPr>
          <p:cNvSpPr txBox="1"/>
          <p:nvPr/>
        </p:nvSpPr>
        <p:spPr>
          <a:xfrm>
            <a:off x="348655" y="-39248"/>
            <a:ext cx="1079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RGB input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C1EEE508-977D-41DA-8A58-DF70A7D5761D}"/>
              </a:ext>
            </a:extLst>
          </p:cNvPr>
          <p:cNvSpPr txBox="1"/>
          <p:nvPr/>
        </p:nvSpPr>
        <p:spPr>
          <a:xfrm>
            <a:off x="5899238" y="-32952"/>
            <a:ext cx="15488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Fully Connected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50A1BD6E-CAEA-48C3-B6B0-6B8F4D200870}"/>
              </a:ext>
            </a:extLst>
          </p:cNvPr>
          <p:cNvSpPr txBox="1"/>
          <p:nvPr/>
        </p:nvSpPr>
        <p:spPr>
          <a:xfrm>
            <a:off x="313814" y="1977990"/>
            <a:ext cx="11608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Depth input</a:t>
            </a:r>
          </a:p>
        </p:txBody>
      </p:sp>
    </p:spTree>
    <p:extLst>
      <p:ext uri="{BB962C8B-B14F-4D97-AF65-F5344CB8AC3E}">
        <p14:creationId xmlns:p14="http://schemas.microsoft.com/office/powerpoint/2010/main" val="31403656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79</TotalTime>
  <Words>8</Words>
  <Application>Microsoft Office PowerPoint</Application>
  <PresentationFormat>Custom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Sher Hazan</dc:creator>
  <cp:lastModifiedBy>Sher Hazan</cp:lastModifiedBy>
  <cp:revision>27</cp:revision>
  <dcterms:created xsi:type="dcterms:W3CDTF">2024-05-28T14:05:53Z</dcterms:created>
  <dcterms:modified xsi:type="dcterms:W3CDTF">2024-06-05T13:19:18Z</dcterms:modified>
</cp:coreProperties>
</file>