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9" r:id="rId4"/>
    <p:sldId id="272" r:id="rId5"/>
    <p:sldId id="273" r:id="rId6"/>
    <p:sldId id="270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D0A6A-5852-4C2A-8968-B17BF4811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706333-F500-4264-9305-5D1A96B47B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E787A-3F6C-4913-820E-7C71D707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DAD1D-4A32-487C-BCF4-F38BE24B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0EE1B-737F-43C3-8831-4E6CA84ED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2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25473-FD15-4285-804E-904461CB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A49C8-6DBA-4610-BB36-1E7AD6309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6ABA-A6C3-4532-8D9D-46914482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4BB2D-B999-4B9B-9D05-B3DAC2C63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5D283-FA45-486A-8709-98E97C815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9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765D8-C19D-4386-956C-B006238D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0735AA-7D76-4C07-A066-6ED567EA2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20B91-A351-4744-9D37-FD4ED952E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4F80F-E807-47D6-A5FC-418825072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369FE-BCE5-41B4-B352-B270341E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21FF-4C73-4167-AB90-8BDCECE33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2533A-3D16-421E-A093-83A0BDFE74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ECAD9-B3CE-44FA-8343-AF801DD8B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5225D-BA6F-4025-B98D-0199ECD16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2DB0F-5F36-447A-AD22-AEE13AE85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1EFAA-4901-4364-A33E-47D3A98B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425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957D-2D3C-44CE-952C-19D7D0943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B593F-F36A-42F3-A08D-6063743A6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3D536-73E7-469A-994D-3AF3EC9C39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37397B-C48E-41D9-B7A6-D8FC52A17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5B48B-8F2A-444C-9B42-8413FCA57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BC7BB4-1CCB-4F46-BFF9-F4E944D07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ECDF18-DD50-4ACB-83E6-38272B5C7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B5F35D-C5BA-45BE-A10F-514B8E69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30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7664-9C9D-4BFD-AA61-935ACFF5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BC358E-B01A-403B-A4BC-DB9312F88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2969F8-CFFC-4C65-A861-902241AC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4B0A9E-70CC-4CB0-92EE-603F08FAB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2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65B9B3-D73C-4A07-8757-1CAF280B0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A29ECF-522C-4E58-B626-06ED8B1E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E5104-3C80-422F-8E7B-BE1C0A58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85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08F05-D735-4EC4-87F3-C98B7E21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6326B-FE0A-4F66-BD1C-8CE87C9FD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B389D-88D9-45E3-9E0B-253342532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E352C-F779-48E2-A6FC-3E2BDDFE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C7047-3153-4BB0-B029-14D7B3C1F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434D6-B218-4E41-BE31-F01BBF674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41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20B8F-DF9D-4E5B-BE81-F41960AEA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7DA54-4604-42BB-BFD7-6D7368AE12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B3C760-2F5A-4089-9FCC-DC2F306225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845A1-3887-41A0-B69A-468B2D08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72AD-5613-4A6A-99E5-AB45E1422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7363C-F4C2-4F94-996F-F4583460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21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6B411-C5C6-4127-AA9D-A0DF0C86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791BB6-876A-42B2-BE45-9EB8D4290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B7AE0-123C-4699-9756-892364875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7C8D7-961E-46CF-8573-D2A36060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380CF-3F57-469D-8741-C793F8CE7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3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19F45C-A630-4454-9EE5-2F88BCD25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CE4A70-4DD2-4FBA-A822-1B57FA4C2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A30CF1-1CAA-420F-BF05-55A76B6C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1C6FE-7E88-49F7-AAE9-F4F926A2A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BBFC8-F018-4EC1-8221-DC9E2F7A7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401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8E81C8-DC42-4B99-BD78-AD3F2E8DF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5424B5-BD49-49EB-A4B8-5EC07EB41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1FB59-92D5-4D1D-AD2A-5AE62AA840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3EA335-2C13-4E10-8E4A-9864B8527864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58EC2-442D-49F1-9F95-A4BA9E2DF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C090-02B1-423E-9937-5F3548FC7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9F213-7B99-4618-9147-1FE1FFB1D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84425B9-51C0-4395-A267-676BD8140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40112"/>
              </p:ext>
            </p:extLst>
          </p:nvPr>
        </p:nvGraphicFramePr>
        <p:xfrm>
          <a:off x="1235999" y="61936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Angle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Criterion 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Depth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late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RMSE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7.58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16.63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9.13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7.57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6.61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MAE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5.18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12.37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6.98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5.62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4.73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68%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-0.06±7.58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-0.57±16.62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±9.13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1.63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±7.40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±6.61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95% error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-0.06±15.15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-0.57±33.25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-0.03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±18.27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1.63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±14.79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±13.21</a:t>
                      </a:r>
                      <a:endParaRPr lang="en-US" sz="1600" dirty="0"/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Rank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2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5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3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84666" marR="84666" marT="42334" marB="423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8AFA265-8DD8-4E63-A3DF-75CD7BEC26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596302"/>
              </p:ext>
            </p:extLst>
          </p:nvPr>
        </p:nvGraphicFramePr>
        <p:xfrm>
          <a:off x="1235999" y="3646629"/>
          <a:ext cx="9720000" cy="2592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>
                  <a:extLst>
                    <a:ext uri="{9D8B030D-6E8A-4147-A177-3AD203B41FA5}">
                      <a16:colId xmlns:a16="http://schemas.microsoft.com/office/drawing/2014/main" val="2298005393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51322868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125378427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262584703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53855641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72826608"/>
                    </a:ext>
                  </a:extLst>
                </a:gridCol>
              </a:tblGrid>
              <a:tr h="370286"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</a:p>
                  </a:txBody>
                  <a:tcPr marL="101250" marR="101250" marT="50625" marB="50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2000" dirty="0"/>
                    </a:p>
                  </a:txBody>
                  <a:tcPr marL="101250" marR="101250" marT="50625" marB="506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1352544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Criterion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283026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092069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7300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68%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±1.04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-0.10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±0.69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±0.62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±0.68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441867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95% error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-0.23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±1.27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0.04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±2.08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-0.10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±1.38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±1.24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-0.01</a:t>
                      </a:r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±1.36</a:t>
                      </a:r>
                      <a:endParaRPr lang="en-US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0078800"/>
                  </a:ext>
                </a:extLst>
              </a:tr>
              <a:tr h="370286"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2453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0913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6424903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906946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90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56163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938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388371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36982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16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8527526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vs radius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 out prediction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686243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444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16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0923C29-79AC-4491-9D50-F2B76D089C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21389"/>
              </p:ext>
            </p:extLst>
          </p:nvPr>
        </p:nvGraphicFramePr>
        <p:xfrm>
          <a:off x="191757" y="3346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5CEBB2D-7518-48DE-80FA-90F815B20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26" y="529944"/>
            <a:ext cx="3080324" cy="30803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816566-762D-4ABF-96A2-68A1289C0C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5650" y="529944"/>
            <a:ext cx="3080324" cy="30803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776842-3C17-4D2C-90B9-296B7DCCCF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520" y="529944"/>
            <a:ext cx="3080324" cy="308032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7870B8-1482-4B83-8891-42D92D473C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788" y="529944"/>
            <a:ext cx="3080324" cy="308032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9A4A7E0-1D86-4A4E-A83C-A60A1BCB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73003"/>
              </p:ext>
            </p:extLst>
          </p:nvPr>
        </p:nvGraphicFramePr>
        <p:xfrm>
          <a:off x="191195" y="3443238"/>
          <a:ext cx="11809048" cy="3408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2262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1827184465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  <a:gridCol w="2952262">
                  <a:extLst>
                    <a:ext uri="{9D8B030D-6E8A-4147-A177-3AD203B41FA5}">
                      <a16:colId xmlns:a16="http://schemas.microsoft.com/office/drawing/2014/main" val="3044119440"/>
                    </a:ext>
                  </a:extLst>
                </a:gridCol>
              </a:tblGrid>
              <a:tr h="39011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390118"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RGBD- parallel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RGBD- early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628396"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1CC89EF6-409B-4ECB-B103-AEBDED03BC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64" y="3969836"/>
            <a:ext cx="3080324" cy="30803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D85A07-E8ED-4739-AAD3-E530920F1A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142" y="3969836"/>
            <a:ext cx="3080324" cy="30803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DDD175-7DD6-4E65-AC52-078F823623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498" y="3969836"/>
            <a:ext cx="3080324" cy="308032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BD945E6-6954-443B-A77D-3CF096C7A9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2854" y="3969836"/>
            <a:ext cx="3080324" cy="3080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409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6E5E22-DA6E-4F25-AE0B-CF06FD337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3560604"/>
              </p:ext>
            </p:extLst>
          </p:nvPr>
        </p:nvGraphicFramePr>
        <p:xfrm>
          <a:off x="191757" y="3345"/>
          <a:ext cx="11809048" cy="6806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04524">
                  <a:extLst>
                    <a:ext uri="{9D8B030D-6E8A-4147-A177-3AD203B41FA5}">
                      <a16:colId xmlns:a16="http://schemas.microsoft.com/office/drawing/2014/main" val="2945441261"/>
                    </a:ext>
                  </a:extLst>
                </a:gridCol>
                <a:gridCol w="5904524">
                  <a:extLst>
                    <a:ext uri="{9D8B030D-6E8A-4147-A177-3AD203B41FA5}">
                      <a16:colId xmlns:a16="http://schemas.microsoft.com/office/drawing/2014/main" val="6404072"/>
                    </a:ext>
                  </a:extLst>
                </a:gridCol>
              </a:tblGrid>
              <a:tr h="477046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RGBD- late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248123"/>
                  </a:ext>
                </a:extLst>
              </a:tr>
              <a:tr h="47704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Angle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error depending on location</a:t>
                      </a:r>
                      <a:endParaRPr lang="he-IL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654278"/>
                  </a:ext>
                </a:extLst>
              </a:tr>
              <a:tr h="245510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2102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EE6577-0F06-4491-AB9C-855D329A6B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02" y="734646"/>
            <a:ext cx="6123354" cy="612335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DEBADC-ECBA-4F9E-80FC-2120B6A388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556" y="686243"/>
            <a:ext cx="6123354" cy="612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271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188</Words>
  <Application>Microsoft Office PowerPoint</Application>
  <PresentationFormat>Widescreen</PresentationFormat>
  <Paragraphs>170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31</cp:revision>
  <dcterms:created xsi:type="dcterms:W3CDTF">2024-03-10T11:07:37Z</dcterms:created>
  <dcterms:modified xsi:type="dcterms:W3CDTF">2024-03-12T18:09:11Z</dcterms:modified>
</cp:coreProperties>
</file>