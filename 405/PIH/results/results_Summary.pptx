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2" r:id="rId5"/>
    <p:sldId id="273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00" d="100"/>
          <a:sy n="100" d="100"/>
        </p:scale>
        <p:origin x="93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A6A-5852-4C2A-8968-B17BF481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06333-F500-4264-9305-5D1A96B4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787A-3F6C-4913-820E-7C71D707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AD1D-4A32-487C-BCF4-F38BE24B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1B-737F-43C3-8831-4E6CA84E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5473-FD15-4285-804E-904461CB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49C8-6DBA-4610-BB36-1E7AD630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6ABA-A6C3-4532-8D9D-4691448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BB2D-B999-4B9B-9D05-B3DAC2C6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D283-FA45-486A-8709-98E97C81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65D8-C19D-4386-956C-B006238D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35AA-7D76-4C07-A066-6ED567EA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0B91-A351-4744-9D37-FD4ED95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80F-E807-47D6-A5FC-41882507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69FE-BCE5-41B4-B352-B270341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1FF-4C73-4167-AB90-8BDCE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533A-3D16-421E-A093-83A0BDFE7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CAD9-B3CE-44FA-8343-AF801DD8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225D-BA6F-4025-B98D-0199ECD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2DB0F-5F36-447A-AD22-AEE13AE8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EFAA-4901-4364-A33E-47D3A98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957D-2D3C-44CE-952C-19D7D09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593F-F36A-42F3-A08D-6063743A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3D536-73E7-469A-994D-3AF3EC9C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7397B-C48E-41D9-B7A6-D8FC52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B48B-8F2A-444C-9B42-8413FCA5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7BB4-1CCB-4F46-BFF9-F4E944D0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CDF18-DD50-4ACB-83E6-38272B5C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F35D-C5BA-45BE-A10F-514B8E69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664-9C9D-4BFD-AA61-935ACFF5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358E-B01A-403B-A4BC-DB9312F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969F8-CFFC-4C65-A861-902241AC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B0A9E-70CC-4CB0-92EE-603F08FA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5B9B3-D73C-4A07-8757-1CAF280B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9ECF-522C-4E58-B626-06ED8B1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104-3C80-422F-8E7B-BE1C0A58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F05-D735-4EC4-87F3-C98B7E2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326B-FE0A-4F66-BD1C-8CE87C9F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B389D-88D9-45E3-9E0B-25334253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352C-F779-48E2-A6FC-3E2BDDFE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7047-3153-4BB0-B029-14D7B3C1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34D6-B218-4E41-BE31-F01BBF6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B8F-DF9D-4E5B-BE81-F41960A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7DA54-4604-42BB-BFD7-6D7368AE1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C760-2F5A-4089-9FCC-DC2F3062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45A1-3887-41A0-B69A-468B2D08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72AD-5613-4A6A-99E5-AB45E14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7363C-F4C2-4F94-996F-F4583460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411-C5C6-4127-AA9D-A0DF0C8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91BB6-876A-42B2-BE45-9EB8D429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7AE0-123C-4699-9756-89236487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C8D7-961E-46CF-8573-D2A360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80CF-3F57-469D-8741-C793F8CE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9F45C-A630-4454-9EE5-2F88BCD25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4A70-4DD2-4FBA-A822-1B57FA4C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0CF1-1CAA-420F-BF05-55A76B6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C6FE-7E88-49F7-AAE9-F4F926A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BFC8-F018-4EC1-8221-DC9E2F7A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E81C8-DC42-4B99-BD78-AD3F2E8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24B5-BD49-49EB-A4B8-5EC07EB4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FB59-92D5-4D1D-AD2A-5AE62AA8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8EC2-442D-49F1-9F95-A4BA9E2DF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C090-02B1-423E-9937-5F3548FC7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425B9-51C0-4395-A267-676BD814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7840"/>
              </p:ext>
            </p:extLst>
          </p:nvPr>
        </p:nvGraphicFramePr>
        <p:xfrm>
          <a:off x="1235999" y="61936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Angle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Criterion 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Depth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late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RMSE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8.69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35.72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15.47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11.23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6.94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6.65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25.38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11.78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8.43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5.30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1.81±8.5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-0.68±35.71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±15.45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-1.76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±11.10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0.26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±6.93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1.81±17.00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-0.68±71.42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±30.90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-1.76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±22.19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0.26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±13.87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Rank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AFA265-8DD8-4E63-A3DF-75CD7BEC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612646"/>
              </p:ext>
            </p:extLst>
          </p:nvPr>
        </p:nvGraphicFramePr>
        <p:xfrm>
          <a:off x="1235999" y="364662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Criterion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±0.75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±1.26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±0.77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±0.69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±1.51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-0.46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±2.51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±1.54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±1.28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±1.38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1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24903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946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0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56163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88371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982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27526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21389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7300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0604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734646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6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184</Words>
  <Application>Microsoft Office PowerPoint</Application>
  <PresentationFormat>Widescreen</PresentationFormat>
  <Paragraphs>170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32</cp:revision>
  <dcterms:created xsi:type="dcterms:W3CDTF">2024-03-10T11:07:37Z</dcterms:created>
  <dcterms:modified xsi:type="dcterms:W3CDTF">2024-03-25T12:42:56Z</dcterms:modified>
</cp:coreProperties>
</file>